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3dd78060fc400d" /><Relationship Type="http://schemas.openxmlformats.org/officeDocument/2006/relationships/extended-properties" Target="/docProps/app.xml" Id="R06401fdd86494f23" /><Relationship Type="http://schemas.openxmlformats.org/officeDocument/2006/relationships/officeDocument" Target="/ppt/presentation.xml" Id="R69e949eec6c04a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d615027b294b8d"/>
  </p:sldMasterIdLst>
  <p:notesMasterIdLst>
    <p:notesMasterId xmlns:r="http://schemas.openxmlformats.org/officeDocument/2006/relationships" r:id="R8908ec48962549ae"/>
  </p:notesMasterIdLst>
  <p:sldIdLst>
    <p:sldId xmlns:r="http://schemas.openxmlformats.org/officeDocument/2006/relationships" id="256" r:id="R7ab88cb6dcf84cc0"/>
    <p:sldId xmlns:r="http://schemas.openxmlformats.org/officeDocument/2006/relationships" id="257" r:id="R50b84fb7e08d43f8"/>
    <p:sldId xmlns:r="http://schemas.openxmlformats.org/officeDocument/2006/relationships" id="258" r:id="R34b41d1dd02c4ac5"/>
    <p:sldId xmlns:r="http://schemas.openxmlformats.org/officeDocument/2006/relationships" id="259" r:id="R4d769bce79434723"/>
    <p:sldId xmlns:r="http://schemas.openxmlformats.org/officeDocument/2006/relationships" id="260" r:id="Rf69279f7f94e4940"/>
    <p:sldId xmlns:r="http://schemas.openxmlformats.org/officeDocument/2006/relationships" id="261" r:id="Rc5095adaf6a04e96"/>
    <p:sldId xmlns:r="http://schemas.openxmlformats.org/officeDocument/2006/relationships" id="262" r:id="R124321dcb1a84120"/>
    <p:sldId xmlns:r="http://schemas.openxmlformats.org/officeDocument/2006/relationships" id="263" r:id="Rb704f8a5c974426c"/>
    <p:sldId xmlns:r="http://schemas.openxmlformats.org/officeDocument/2006/relationships" id="264" r:id="Rd8920cc77ba74d04"/>
    <p:sldId xmlns:r="http://schemas.openxmlformats.org/officeDocument/2006/relationships" id="265" r:id="Rfb45c277a28a48a3"/>
    <p:sldId xmlns:r="http://schemas.openxmlformats.org/officeDocument/2006/relationships" id="266" r:id="R8501cfd7b4c642cb"/>
    <p:sldId xmlns:r="http://schemas.openxmlformats.org/officeDocument/2006/relationships" id="267" r:id="R338affe0874349b6"/>
    <p:sldId xmlns:r="http://schemas.openxmlformats.org/officeDocument/2006/relationships" id="268" r:id="R12727b2831c04f2d"/>
    <p:sldId xmlns:r="http://schemas.openxmlformats.org/officeDocument/2006/relationships" id="269" r:id="Rdb11b6e4109e4e25"/>
    <p:sldId xmlns:r="http://schemas.openxmlformats.org/officeDocument/2006/relationships" id="270" r:id="Rb49c8847b54e4d33"/>
    <p:sldId xmlns:r="http://schemas.openxmlformats.org/officeDocument/2006/relationships" id="271" r:id="R59dfa84873a740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cac0ff6e9d49ff" /><Relationship Type="http://schemas.openxmlformats.org/officeDocument/2006/relationships/slideMaster" Target="/ppt/slideMasters/slideMaster1.xml" Id="R5ed615027b294b8d" /><Relationship Type="http://schemas.openxmlformats.org/officeDocument/2006/relationships/notesMaster" Target="/ppt/notesMasters/notesMaster1.xml" Id="R8908ec48962549ae" /><Relationship Type="http://schemas.openxmlformats.org/officeDocument/2006/relationships/presProps" Target="/ppt/presProps.xml" Id="R0c22b4e7d42a4a10" /><Relationship Type="http://schemas.openxmlformats.org/officeDocument/2006/relationships/viewProps" Target="/ppt/viewProps.xml" Id="R442ec907fd5140ce" /><Relationship Type="http://schemas.openxmlformats.org/officeDocument/2006/relationships/tableStyles" Target="/ppt/tableStyles.xml" Id="R17f51b836fb74b78" /><Relationship Type="http://schemas.openxmlformats.org/officeDocument/2006/relationships/slide" Target="/ppt/slides/slide1.xml" Id="R7ab88cb6dcf84cc0" /><Relationship Type="http://schemas.openxmlformats.org/officeDocument/2006/relationships/slide" Target="/ppt/slides/slide2.xml" Id="R50b84fb7e08d43f8" /><Relationship Type="http://schemas.openxmlformats.org/officeDocument/2006/relationships/slide" Target="/ppt/slides/slide3.xml" Id="R34b41d1dd02c4ac5" /><Relationship Type="http://schemas.openxmlformats.org/officeDocument/2006/relationships/slide" Target="/ppt/slides/slide4.xml" Id="R4d769bce79434723" /><Relationship Type="http://schemas.openxmlformats.org/officeDocument/2006/relationships/slide" Target="/ppt/slides/slide5.xml" Id="Rf69279f7f94e4940" /><Relationship Type="http://schemas.openxmlformats.org/officeDocument/2006/relationships/slide" Target="/ppt/slides/slide6.xml" Id="Rc5095adaf6a04e96" /><Relationship Type="http://schemas.openxmlformats.org/officeDocument/2006/relationships/slide" Target="/ppt/slides/slide7.xml" Id="R124321dcb1a84120" /><Relationship Type="http://schemas.openxmlformats.org/officeDocument/2006/relationships/slide" Target="/ppt/slides/slide8.xml" Id="Rb704f8a5c974426c" /><Relationship Type="http://schemas.openxmlformats.org/officeDocument/2006/relationships/slide" Target="/ppt/slides/slide9.xml" Id="Rd8920cc77ba74d04" /><Relationship Type="http://schemas.openxmlformats.org/officeDocument/2006/relationships/slide" Target="/ppt/slides/slide10.xml" Id="Rfb45c277a28a48a3" /><Relationship Type="http://schemas.openxmlformats.org/officeDocument/2006/relationships/slide" Target="/ppt/slides/slide11.xml" Id="R8501cfd7b4c642cb" /><Relationship Type="http://schemas.openxmlformats.org/officeDocument/2006/relationships/slide" Target="/ppt/slides/slide12.xml" Id="R338affe0874349b6" /><Relationship Type="http://schemas.openxmlformats.org/officeDocument/2006/relationships/slide" Target="/ppt/slides/slide13.xml" Id="R12727b2831c04f2d" /><Relationship Type="http://schemas.openxmlformats.org/officeDocument/2006/relationships/slide" Target="/ppt/slides/slide14.xml" Id="Rdb11b6e4109e4e25" /><Relationship Type="http://schemas.openxmlformats.org/officeDocument/2006/relationships/slide" Target="/ppt/slides/slide15.xml" Id="Rb49c8847b54e4d33" /><Relationship Type="http://schemas.openxmlformats.org/officeDocument/2006/relationships/slide" Target="/ppt/slides/slide16.xml" Id="R59dfa84873a740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4890e8d5dc74c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as de Escola">
  <a:themeElements>
    <a:clrScheme name="Custom 1">
      <a:dk1>
        <a:srgbClr val="000000"/>
      </a:dk1>
      <a:lt1>
        <a:srgbClr val="FFFFFF"/>
      </a:lt1>
      <a:dk2>
        <a:srgbClr val="2C3431"/>
      </a:dk2>
      <a:lt2>
        <a:srgbClr val="F7F5F1"/>
      </a:lt2>
      <a:accent1>
        <a:srgbClr val="D0805C"/>
      </a:accent1>
      <a:accent2>
        <a:srgbClr val="CD972B"/>
      </a:accent2>
      <a:accent3>
        <a:srgbClr val="568A80"/>
      </a:accent3>
      <a:accent4>
        <a:srgbClr val="9FA757"/>
      </a:accent4>
      <a:accent5>
        <a:srgbClr val="78A080"/>
      </a:accent5>
      <a:accent6>
        <a:srgbClr val="93A3C5"/>
      </a:accent6>
      <a:hlink>
        <a:srgbClr val="CB6D48"/>
      </a:hlink>
      <a:folHlink>
        <a:srgbClr val="568A80"/>
      </a:folHlink>
    </a:clrScheme>
    <a:fontScheme name="Custom 1">
      <a:majorFont>
        <a:latin typeface="JasmineUPC"/>
        <a:ea typeface=""/>
        <a:cs typeface=""/>
      </a:majorFont>
      <a:minorFont>
        <a:latin typeface="Raleway"/>
        <a:ea typeface=""/>
        <a:cs typeface=""/>
      </a:minorFont>
    </a:fontScheme>
    <a:fmtScheme name="Custom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84ade107634204" /><Relationship Type="http://schemas.openxmlformats.org/officeDocument/2006/relationships/notesMaster" Target="/ppt/notesMasters/notesMaster1.xml" Id="R49b7d39799f649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ffa76780fd46a5" /><Relationship Type="http://schemas.openxmlformats.org/officeDocument/2006/relationships/notesMaster" Target="/ppt/notesMasters/notesMaster1.xml" Id="R33282817694341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dd143be73f4c7c" /><Relationship Type="http://schemas.openxmlformats.org/officeDocument/2006/relationships/notesMaster" Target="/ppt/notesMasters/notesMaster1.xml" Id="Re5526cbdc56f40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06fc1813334d95" /><Relationship Type="http://schemas.openxmlformats.org/officeDocument/2006/relationships/notesMaster" Target="/ppt/notesMasters/notesMaster1.xml" Id="R7ad20642182244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9cfc55670a4ba7" /><Relationship Type="http://schemas.openxmlformats.org/officeDocument/2006/relationships/notesMaster" Target="/ppt/notesMasters/notesMaster1.xml" Id="Ra2c2c9aac9394e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3b03ee06cc4e38" /><Relationship Type="http://schemas.openxmlformats.org/officeDocument/2006/relationships/notesMaster" Target="/ppt/notesMasters/notesMaster1.xml" Id="Rc2c096f7bb204b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7785397b224155" /><Relationship Type="http://schemas.openxmlformats.org/officeDocument/2006/relationships/notesMaster" Target="/ppt/notesMasters/notesMaster1.xml" Id="R09022631bb204c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aa732add5d4ce9" /><Relationship Type="http://schemas.openxmlformats.org/officeDocument/2006/relationships/notesMaster" Target="/ppt/notesMasters/notesMaster1.xml" Id="Reb1afabe92e741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6c6b8c82fb4ea4" /><Relationship Type="http://schemas.openxmlformats.org/officeDocument/2006/relationships/notesMaster" Target="/ppt/notesMasters/notesMaster1.xml" Id="R2e67c64bb11a4c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579c51f5e14b86" /><Relationship Type="http://schemas.openxmlformats.org/officeDocument/2006/relationships/notesMaster" Target="/ppt/notesMasters/notesMaster1.xml" Id="Rbc6c58741a7f49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317cfef09e440d" /><Relationship Type="http://schemas.openxmlformats.org/officeDocument/2006/relationships/notesMaster" Target="/ppt/notesMasters/notesMaster1.xml" Id="R84967d4f1a69480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50324337a04ec1" /><Relationship Type="http://schemas.openxmlformats.org/officeDocument/2006/relationships/notesMaster" Target="/ppt/notesMasters/notesMaster1.xml" Id="R7df2e83d7c134e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da29334d4ad48b5" /><Relationship Type="http://schemas.openxmlformats.org/officeDocument/2006/relationships/notesMaster" Target="/ppt/notesMasters/notesMaster1.xml" Id="R43a59a04d99b41b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fb2b909158b49ac" /><Relationship Type="http://schemas.openxmlformats.org/officeDocument/2006/relationships/notesMaster" Target="/ppt/notesMasters/notesMaster1.xml" Id="R9f59ac34566d4e6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6e54336a1464f0d" /><Relationship Type="http://schemas.openxmlformats.org/officeDocument/2006/relationships/notesMaster" Target="/ppt/notesMasters/notesMaster1.xml" Id="R70c1bd8a089f422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c8d6622d4204e28" /><Relationship Type="http://schemas.openxmlformats.org/officeDocument/2006/relationships/notesMaster" Target="/ppt/notesMasters/notesMaster1.xml" Id="Red99d49e613842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Evitar interpretar a diferença entre meses como sazonalidade anual: há apenas cerca de 13 meses de histórico. As conclusões visíveis se limitam aos padrões mostrados nos quatro gráficos.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https://github.com/bravlui/coffee-vending-demand/blob/main/docs/results.md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Variáveis explicativas são informações oferecidas ao modelo para estimar a variável resposta. As 19 variáveis estão divididas em quatro grupos; o gráfico mostra importância no LightGBM, não efeito causal.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https://github.com/bravlui/coffee-vending-demand/blob/main/src/coffee_intel/features/forecasting.py</a:t>
            </a:r>
          </a:p>
          <a:p xmlns:a="http://schemas.openxmlformats.org/drawingml/2006/main">
            <a:r>
              <a:t>- https://github.com/bravlui/coffee-vending-demand/blob/main/reports/metrics/feature_importance.csv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Fala sugerida: usamos WAPE como métrica de decisão porque o problema é dimensionar o volume total do ciclo. MAE permanece em unidades, mas não é diretamente comparável entre produtos de escalas diferentes. MSE/RMSE elevam o erro ao quadrado e dão peso maior aos picos; são úteis como diagnóstico, mas menos alinhados à regra de reposição. 'Acurácia' é um termo genérico e não deve ser apresentado como uma métrica adicional neste problema de regressão.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https://otexts.com/fpp3/accuracy.html</a:t>
            </a:r>
          </a:p>
          <a:p xmlns:a="http://schemas.openxmlformats.org/drawingml/2006/main">
            <a:r>
              <a:t>- https://github.com/bravlui/coffee-vending-demand/blob/main/docs/results.md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variável resposta não existe pronta no arquivo: units é construída contando as transações por produto e dia. Revenue também é calculada, mas não é o alvo porque a decisão operacional é quantas unidades carregar. Cash_type e card são preservados na camada limpa, porém não entram no modelo de demanda.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https://www.kaggle.com/datasets/ihelon/coffee-sales</a:t>
            </a:r>
          </a:p>
          <a:p xmlns:a="http://schemas.openxmlformats.org/drawingml/2006/main">
            <a:r>
              <a:t>- https://github.com/bravlui/coffee-vending-demand/blob/main/src/coffee_intel/data/ingest.py</a:t>
            </a:r>
          </a:p>
          <a:p xmlns:a="http://schemas.openxmlformats.org/drawingml/2006/main">
            <a:r>
              <a:t>- https://github.com/bravlui/coffee-vending-demand/blob/main/src/coffee_intel/features/forecasting.py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https://github.com/bravlui/coffee-vending-demand/blob/main/docs/results.md</a:t>
            </a:r>
          </a:p>
          <a:p xmlns:a="http://schemas.openxmlformats.org/drawingml/2006/main">
            <a:r>
              <a:t>- https://github.com/bravlui/coffee-vending-demand/blob/main/reports/evidence/forecasting_summary.json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https://github.com/bravlui/coffee-vending-demand/blob/main/docs/results.md</a:t>
            </a:r>
          </a:p>
          <a:p xmlns:a="http://schemas.openxmlformats.org/drawingml/2006/main">
            <a:r>
              <a:t>- https://github.com/bravlui/coffee-vending-demand/blob/main/reports/evidence/forecasting_summary.json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cobertura agrega sete ciclos avaliáveis após a primeira janela de calibração: 7 ciclos × 8 produtos = 56 observações produto-ciclo. O diagnóstico mede o ciclo observado de 7 dias; a recomendação operacional escala a proteção para 8 dias (7 dias + 1 dia de lead time).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https://github.com/bravlui/coffee-vending-demand/blob/main/docs/results.md</a:t>
            </a:r>
          </a:p>
          <a:p xmlns:a="http://schemas.openxmlformats.org/drawingml/2006/main">
            <a:r>
              <a:t>- https://github.com/bravlui/coffee-vending-demand/blob/main/reports/evidence/policy_backtest.csv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e905f7d76945c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ae0853dd6425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108a50c13d4385" /><Relationship Type="http://schemas.openxmlformats.org/officeDocument/2006/relationships/image" Target="/ppt/media/image.jpeg" Id="R21dd2aef7f6343a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61e9f00024ce6" /><Relationship Type="http://schemas.openxmlformats.org/officeDocument/2006/relationships/image" Target="/ppt/media/image2.jpeg" Id="Rb111cf62965a4bb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9ca3338671482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6c292f54343d0" /><Relationship Type="http://schemas.openxmlformats.org/officeDocument/2006/relationships/image" Target="/ppt/media/image.jpeg" Id="R12f3140d690f49f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45de8196b240d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b85a35a29b439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29c5e34f38491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f880a64dd84c22" /><Relationship Type="http://schemas.openxmlformats.org/officeDocument/2006/relationships/image" Target="/ppt/media/image.jpeg" Id="R40c5c8ff0b24460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485c86bc764808" /><Relationship Type="http://schemas.openxmlformats.org/officeDocument/2006/relationships/image" Target="/ppt/media/image.jpeg" Id="R245d7628efec4a2d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15f04543ec48d2" /><Relationship Type="http://schemas.openxmlformats.org/officeDocument/2006/relationships/image" Target="/ppt/media/image.jpeg" Id="Rd112a604e7a444ee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b0441facab4f41" /><Relationship Type="http://schemas.openxmlformats.org/officeDocument/2006/relationships/image" Target="/ppt/media/image3.jpeg" Id="R0bb46d9ac8484aca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6b38ca7891464d" /><Relationship Type="http://schemas.openxmlformats.org/officeDocument/2006/relationships/image" Target="/ppt/media/image3.jpeg" Id="R41d2cd3e23ac42bb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0b551575044e63" /><Relationship Type="http://schemas.openxmlformats.org/officeDocument/2006/relationships/image" Target="/ppt/media/image3.jpeg" Id="Rd6fba5c551da4e1e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3dafbc019a45a8" /><Relationship Type="http://schemas.openxmlformats.org/officeDocument/2006/relationships/image" Target="/ppt/media/image4.jpeg" Id="Rcfa6e4abe5d04758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947e979c004632" /><Relationship Type="http://schemas.openxmlformats.org/officeDocument/2006/relationships/image" Target="/ppt/media/image5.jpeg" Id="R7433b9b804f74f90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cedcae39034969" /><Relationship Type="http://schemas.openxmlformats.org/officeDocument/2006/relationships/image" Target="/ppt/media/image.jpeg" Id="R4b3894bc20c14ae9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d7865a795e43a8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7ca4262f714b1a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88c38574ae4d7b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fa85cf909e4251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a8140e756e4689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90997d796f4cbe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e87840fb004de0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1c7d330a34fb8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7e7fa63a6b455a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decca3fd414dff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6d2bad199646f8" /></Relationships>
</file>

<file path=ppt/slideLayouts/slideLayout1.xml><?xml version="1.0" encoding="utf-8"?>
<p:sldLayout xmlns:p="http://schemas.openxmlformats.org/presentationml/2006/main" preserve="1">
  <p:cSld name="Title">
    <p:bg>
      <p:bgPr>
        <a:solidFill xmlns:a="http://schemas.openxmlformats.org/drawingml/2006/main">
          <a:schemeClr val="bg2">
            <a:alpha val="60000"/>
          </a:schemeClr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1E2FA06-E5C3-D198-C671-6904474C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>
              <a:lumMod val="90000"/>
              <a:alpha val="6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bg2"/>
              </a:solidFill>
            </a:endParaRPr>
          </a:p>
        </p:txBody>
      </p:sp>
      <p:sp>
        <p:nvSpPr>
          <p:cNvPr id="37" name="Freeform: Shape 36">
            <a:extLst xmlns:a="http://schemas.openxmlformats.org/drawingml/2006/main">
              <a:ext uri="{FF2B5EF4-FFF2-40B4-BE49-F238E27FC236}">
                <a16:creationId xmlns:a16="http://schemas.microsoft.com/office/drawing/2014/main" id="{CF023FE7-CB68-3594-7BD8-CC9A0025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7081211" y="1747209"/>
            <a:ext cx="6857999" cy="3363581"/>
          </a:xfrm>
          <a:custGeom xmlns:a="http://schemas.openxmlformats.org/drawingml/2006/main">
            <a:gdLst>
              <a:gd name="connsiteX0" fmla="*/ 6857999 w 6857999"/>
              <a:gd name="connsiteY0" fmla="*/ 123826 h 3363581"/>
              <a:gd name="connsiteX1" fmla="*/ 6857999 w 6857999"/>
              <a:gd name="connsiteY1" fmla="*/ 3363581 h 3363581"/>
              <a:gd name="connsiteX2" fmla="*/ 0 w 6857999"/>
              <a:gd name="connsiteY2" fmla="*/ 3363580 h 3363581"/>
              <a:gd name="connsiteX3" fmla="*/ 0 w 6857999"/>
              <a:gd name="connsiteY3" fmla="*/ 393588 h 3363581"/>
              <a:gd name="connsiteX4" fmla="*/ 23185 w 6857999"/>
              <a:gd name="connsiteY4" fmla="*/ 395032 h 3363581"/>
              <a:gd name="connsiteX5" fmla="*/ 998435 w 6857999"/>
              <a:gd name="connsiteY5" fmla="*/ 32794 h 3363581"/>
              <a:gd name="connsiteX6" fmla="*/ 1917762 w 6857999"/>
              <a:gd name="connsiteY6" fmla="*/ 395033 h 3363581"/>
              <a:gd name="connsiteX7" fmla="*/ 2868155 w 6857999"/>
              <a:gd name="connsiteY7" fmla="*/ 110307 h 3363581"/>
              <a:gd name="connsiteX8" fmla="*/ 3812338 w 6857999"/>
              <a:gd name="connsiteY8" fmla="*/ 395033 h 3363581"/>
              <a:gd name="connsiteX9" fmla="*/ 4753412 w 6857999"/>
              <a:gd name="connsiteY9" fmla="*/ 0 h 3363581"/>
              <a:gd name="connsiteX10" fmla="*/ 5712709 w 6857999"/>
              <a:gd name="connsiteY10" fmla="*/ 395033 h 3363581"/>
              <a:gd name="connsiteX11" fmla="*/ 6672424 w 6857999"/>
              <a:gd name="connsiteY11" fmla="*/ 98381 h 3363581"/>
              <a:gd name="connsiteX12" fmla="*/ 6849948 w 6857999"/>
              <a:gd name="connsiteY12" fmla="*/ 121630 h 3363581"/>
            </a:gdLst>
            <a:rect l="l" t="t" r="r" b="b"/>
            <a:pathLst>
              <a:path w="6857999" h="3363581">
                <a:moveTo>
                  <a:pt x="6857999" y="123826"/>
                </a:moveTo>
                <a:lnTo>
                  <a:pt x="6857999" y="3363581"/>
                </a:lnTo>
                <a:lnTo>
                  <a:pt x="0" y="3363580"/>
                </a:lnTo>
                <a:lnTo>
                  <a:pt x="0" y="393588"/>
                </a:lnTo>
                <a:lnTo>
                  <a:pt x="23185" y="395032"/>
                </a:lnTo>
                <a:cubicBezTo>
                  <a:pt x="496825" y="395032"/>
                  <a:pt x="524786" y="32794"/>
                  <a:pt x="998435" y="32794"/>
                </a:cubicBezTo>
                <a:cubicBezTo>
                  <a:pt x="1472074" y="32794"/>
                  <a:pt x="1606142" y="382113"/>
                  <a:pt x="1917762" y="395033"/>
                </a:cubicBezTo>
                <a:cubicBezTo>
                  <a:pt x="2229382" y="407952"/>
                  <a:pt x="2394508" y="110307"/>
                  <a:pt x="2868155" y="110307"/>
                </a:cubicBezTo>
                <a:cubicBezTo>
                  <a:pt x="3341795" y="110307"/>
                  <a:pt x="3498128" y="413417"/>
                  <a:pt x="3812338" y="395033"/>
                </a:cubicBezTo>
                <a:cubicBezTo>
                  <a:pt x="4126547" y="376649"/>
                  <a:pt x="4279764" y="2"/>
                  <a:pt x="4753412" y="0"/>
                </a:cubicBezTo>
                <a:cubicBezTo>
                  <a:pt x="5070140" y="0"/>
                  <a:pt x="5392874" y="378636"/>
                  <a:pt x="5712709" y="395033"/>
                </a:cubicBezTo>
                <a:cubicBezTo>
                  <a:pt x="6032544" y="411429"/>
                  <a:pt x="6198776" y="98381"/>
                  <a:pt x="6672424" y="98381"/>
                </a:cubicBezTo>
                <a:cubicBezTo>
                  <a:pt x="6738107" y="101458"/>
                  <a:pt x="6796840" y="109656"/>
                  <a:pt x="6849948" y="121630"/>
                </a:cubicBezTo>
                <a:close/>
              </a:path>
            </a:pathLst>
          </a:custGeom>
          <a:solidFill xmlns:a="http://schemas.openxmlformats.org/drawingml/2006/main">
            <a:schemeClr val="accent5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tar: 7 Points 2">
            <a:extLst xmlns:a="http://schemas.openxmlformats.org/drawingml/2006/main">
              <a:ext uri="{FF2B5EF4-FFF2-40B4-BE49-F238E27FC236}">
                <a16:creationId xmlns:a16="http://schemas.microsoft.com/office/drawing/2014/main" id="{64A1948A-5F32-5AC9-3F12-8DA52EC0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296686" flipH="0" flipV="0">
            <a:off x="6838856" y="456164"/>
            <a:ext cx="3152835" cy="2985662"/>
          </a:xfrm>
          <a:custGeom xmlns:a="http://schemas.openxmlformats.org/drawingml/2006/main"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614529 h 4485695"/>
              <a:gd name="connsiteX1" fmla="*/ 1247571 w 5095972"/>
              <a:gd name="connsiteY1" fmla="*/ 1969496 h 4485695"/>
              <a:gd name="connsiteX2" fmla="*/ 582112 w 5095972"/>
              <a:gd name="connsiteY2" fmla="*/ 1194259 h 4485695"/>
              <a:gd name="connsiteX3" fmla="*/ 457035 w 5095972"/>
              <a:gd name="connsiteY3" fmla="*/ 844684 h 4485695"/>
              <a:gd name="connsiteX4" fmla="*/ 867546 w 5095972"/>
              <a:gd name="connsiteY4" fmla="*/ 822942 h 4485695"/>
              <a:gd name="connsiteX5" fmla="*/ 1966018 w 5095972"/>
              <a:gd name="connsiteY5" fmla="*/ 1088448 h 4485695"/>
              <a:gd name="connsiteX6" fmla="*/ 2861175 w 5095972"/>
              <a:gd name="connsiteY6" fmla="*/ 0 h 4485695"/>
              <a:gd name="connsiteX7" fmla="*/ 3146302 w 5095972"/>
              <a:gd name="connsiteY7" fmla="*/ 1087312 h 4485695"/>
              <a:gd name="connsiteX8" fmla="*/ 4148777 w 5095972"/>
              <a:gd name="connsiteY8" fmla="*/ 464254 h 4485695"/>
              <a:gd name="connsiteX9" fmla="*/ 4680372 w 5095972"/>
              <a:gd name="connsiteY9" fmla="*/ 519822 h 4485695"/>
              <a:gd name="connsiteX10" fmla="*/ 4255280 w 5095972"/>
              <a:gd name="connsiteY10" fmla="*/ 1289589 h 4485695"/>
              <a:gd name="connsiteX11" fmla="*/ 3905187 w 5095972"/>
              <a:gd name="connsiteY11" fmla="*/ 1821583 h 4485695"/>
              <a:gd name="connsiteX12" fmla="*/ 4477698 w 5095972"/>
              <a:gd name="connsiteY12" fmla="*/ 1928245 h 4485695"/>
              <a:gd name="connsiteX13" fmla="*/ 5084889 w 5095972"/>
              <a:gd name="connsiteY13" fmla="*/ 2147987 h 4485695"/>
              <a:gd name="connsiteX14" fmla="*/ 4694264 w 5095972"/>
              <a:gd name="connsiteY14" fmla="*/ 2440895 h 4485695"/>
              <a:gd name="connsiteX15" fmla="*/ 3961178 w 5095972"/>
              <a:gd name="connsiteY15" fmla="*/ 2675005 h 4485695"/>
              <a:gd name="connsiteX16" fmla="*/ 4479678 w 5095972"/>
              <a:gd name="connsiteY16" fmla="*/ 3578772 h 4485695"/>
              <a:gd name="connsiteX17" fmla="*/ 4272550 w 5095972"/>
              <a:gd name="connsiteY17" fmla="*/ 3740433 h 4485695"/>
              <a:gd name="connsiteX18" fmla="*/ 3249533 w 5095972"/>
              <a:gd name="connsiteY18" fmla="*/ 3316071 h 4485695"/>
              <a:gd name="connsiteX19" fmla="*/ 3123234 w 5095972"/>
              <a:gd name="connsiteY19" fmla="*/ 4354243 h 4485695"/>
              <a:gd name="connsiteX20" fmla="*/ 2790770 w 5095972"/>
              <a:gd name="connsiteY20" fmla="*/ 4405911 h 4485695"/>
              <a:gd name="connsiteX21" fmla="*/ 2431760 w 5095972"/>
              <a:gd name="connsiteY21" fmla="*/ 3606889 h 4485695"/>
              <a:gd name="connsiteX22" fmla="*/ 1693537 w 5095972"/>
              <a:gd name="connsiteY22" fmla="*/ 4159744 h 4485695"/>
              <a:gd name="connsiteX23" fmla="*/ 1176032 w 5095972"/>
              <a:gd name="connsiteY23" fmla="*/ 4110373 h 4485695"/>
              <a:gd name="connsiteX24" fmla="*/ 1559781 w 5095972"/>
              <a:gd name="connsiteY24" fmla="*/ 2790393 h 4485695"/>
              <a:gd name="connsiteX25" fmla="*/ 388250 w 5095972"/>
              <a:gd name="connsiteY25" fmla="*/ 2886283 h 4485695"/>
              <a:gd name="connsiteX26" fmla="*/ 40328 w 5095972"/>
              <a:gd name="connsiteY26" fmla="*/ 2614529 h 4485695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4477698 w 5095972"/>
              <a:gd name="connsiteY11" fmla="*/ 2119647 h 4677097"/>
              <a:gd name="connsiteX12" fmla="*/ 5084889 w 5095972"/>
              <a:gd name="connsiteY12" fmla="*/ 2339389 h 4677097"/>
              <a:gd name="connsiteX13" fmla="*/ 4694264 w 5095972"/>
              <a:gd name="connsiteY13" fmla="*/ 2632297 h 4677097"/>
              <a:gd name="connsiteX14" fmla="*/ 3961178 w 5095972"/>
              <a:gd name="connsiteY14" fmla="*/ 2866407 h 4677097"/>
              <a:gd name="connsiteX15" fmla="*/ 4479678 w 5095972"/>
              <a:gd name="connsiteY15" fmla="*/ 3770174 h 4677097"/>
              <a:gd name="connsiteX16" fmla="*/ 4272550 w 5095972"/>
              <a:gd name="connsiteY16" fmla="*/ 3931835 h 4677097"/>
              <a:gd name="connsiteX17" fmla="*/ 3249533 w 5095972"/>
              <a:gd name="connsiteY17" fmla="*/ 3507473 h 4677097"/>
              <a:gd name="connsiteX18" fmla="*/ 3123234 w 5095972"/>
              <a:gd name="connsiteY18" fmla="*/ 4545645 h 4677097"/>
              <a:gd name="connsiteX19" fmla="*/ 2790770 w 5095972"/>
              <a:gd name="connsiteY19" fmla="*/ 4597313 h 4677097"/>
              <a:gd name="connsiteX20" fmla="*/ 2431760 w 5095972"/>
              <a:gd name="connsiteY20" fmla="*/ 3798291 h 4677097"/>
              <a:gd name="connsiteX21" fmla="*/ 1693537 w 5095972"/>
              <a:gd name="connsiteY21" fmla="*/ 4351146 h 4677097"/>
              <a:gd name="connsiteX22" fmla="*/ 1176032 w 5095972"/>
              <a:gd name="connsiteY22" fmla="*/ 4301775 h 4677097"/>
              <a:gd name="connsiteX23" fmla="*/ 1559781 w 5095972"/>
              <a:gd name="connsiteY23" fmla="*/ 2981795 h 4677097"/>
              <a:gd name="connsiteX24" fmla="*/ 388250 w 5095972"/>
              <a:gd name="connsiteY24" fmla="*/ 3077685 h 4677097"/>
              <a:gd name="connsiteX25" fmla="*/ 40328 w 5095972"/>
              <a:gd name="connsiteY25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4272550 w 5095972"/>
              <a:gd name="connsiteY15" fmla="*/ 3931835 h 4677097"/>
              <a:gd name="connsiteX16" fmla="*/ 3249533 w 5095972"/>
              <a:gd name="connsiteY16" fmla="*/ 3507473 h 4677097"/>
              <a:gd name="connsiteX17" fmla="*/ 3123234 w 5095972"/>
              <a:gd name="connsiteY17" fmla="*/ 4545645 h 4677097"/>
              <a:gd name="connsiteX18" fmla="*/ 2790770 w 5095972"/>
              <a:gd name="connsiteY18" fmla="*/ 4597313 h 4677097"/>
              <a:gd name="connsiteX19" fmla="*/ 2431760 w 5095972"/>
              <a:gd name="connsiteY19" fmla="*/ 3798291 h 4677097"/>
              <a:gd name="connsiteX20" fmla="*/ 1693537 w 5095972"/>
              <a:gd name="connsiteY20" fmla="*/ 4351146 h 4677097"/>
              <a:gd name="connsiteX21" fmla="*/ 1176032 w 5095972"/>
              <a:gd name="connsiteY21" fmla="*/ 4301775 h 4677097"/>
              <a:gd name="connsiteX22" fmla="*/ 1559781 w 5095972"/>
              <a:gd name="connsiteY22" fmla="*/ 2981795 h 4677097"/>
              <a:gd name="connsiteX23" fmla="*/ 388250 w 5095972"/>
              <a:gd name="connsiteY23" fmla="*/ 3077685 h 4677097"/>
              <a:gd name="connsiteX24" fmla="*/ 40328 w 5095972"/>
              <a:gd name="connsiteY24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3249533 w 5095972"/>
              <a:gd name="connsiteY15" fmla="*/ 3507473 h 4677097"/>
              <a:gd name="connsiteX16" fmla="*/ 3123234 w 5095972"/>
              <a:gd name="connsiteY16" fmla="*/ 4545645 h 4677097"/>
              <a:gd name="connsiteX17" fmla="*/ 2790770 w 5095972"/>
              <a:gd name="connsiteY17" fmla="*/ 4597313 h 4677097"/>
              <a:gd name="connsiteX18" fmla="*/ 2431760 w 5095972"/>
              <a:gd name="connsiteY18" fmla="*/ 3798291 h 4677097"/>
              <a:gd name="connsiteX19" fmla="*/ 1693537 w 5095972"/>
              <a:gd name="connsiteY19" fmla="*/ 4351146 h 4677097"/>
              <a:gd name="connsiteX20" fmla="*/ 1176032 w 5095972"/>
              <a:gd name="connsiteY20" fmla="*/ 4301775 h 4677097"/>
              <a:gd name="connsiteX21" fmla="*/ 1559781 w 5095972"/>
              <a:gd name="connsiteY21" fmla="*/ 2981795 h 4677097"/>
              <a:gd name="connsiteX22" fmla="*/ 388250 w 5095972"/>
              <a:gd name="connsiteY22" fmla="*/ 3077685 h 4677097"/>
              <a:gd name="connsiteX23" fmla="*/ 40328 w 5095972"/>
              <a:gd name="connsiteY23" fmla="*/ 2805931 h 4677097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693537 w 5095972"/>
              <a:gd name="connsiteY18" fmla="*/ 4351146 h 4547858"/>
              <a:gd name="connsiteX19" fmla="*/ 1176032 w 5095972"/>
              <a:gd name="connsiteY19" fmla="*/ 4301775 h 4547858"/>
              <a:gd name="connsiteX20" fmla="*/ 1559781 w 5095972"/>
              <a:gd name="connsiteY20" fmla="*/ 2981795 h 4547858"/>
              <a:gd name="connsiteX21" fmla="*/ 388250 w 5095972"/>
              <a:gd name="connsiteY21" fmla="*/ 3077685 h 4547858"/>
              <a:gd name="connsiteX22" fmla="*/ 40328 w 5095972"/>
              <a:gd name="connsiteY22" fmla="*/ 2805931 h 4547858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176032 w 5095972"/>
              <a:gd name="connsiteY18" fmla="*/ 4301775 h 4547858"/>
              <a:gd name="connsiteX19" fmla="*/ 1559781 w 5095972"/>
              <a:gd name="connsiteY19" fmla="*/ 2981795 h 4547858"/>
              <a:gd name="connsiteX20" fmla="*/ 388250 w 5095972"/>
              <a:gd name="connsiteY20" fmla="*/ 3077685 h 4547858"/>
              <a:gd name="connsiteX21" fmla="*/ 40328 w 5095972"/>
              <a:gd name="connsiteY21" fmla="*/ 2805931 h 4547858"/>
              <a:gd name="connsiteX0" fmla="*/ 40328 w 5095972"/>
              <a:gd name="connsiteY0" fmla="*/ 2805931 h 4842127"/>
              <a:gd name="connsiteX1" fmla="*/ 1247571 w 5095972"/>
              <a:gd name="connsiteY1" fmla="*/ 2160898 h 4842127"/>
              <a:gd name="connsiteX2" fmla="*/ 582112 w 5095972"/>
              <a:gd name="connsiteY2" fmla="*/ 1385661 h 4842127"/>
              <a:gd name="connsiteX3" fmla="*/ 457035 w 5095972"/>
              <a:gd name="connsiteY3" fmla="*/ 1036086 h 4842127"/>
              <a:gd name="connsiteX4" fmla="*/ 867546 w 5095972"/>
              <a:gd name="connsiteY4" fmla="*/ 1014344 h 4842127"/>
              <a:gd name="connsiteX5" fmla="*/ 1966018 w 5095972"/>
              <a:gd name="connsiteY5" fmla="*/ 1279850 h 4842127"/>
              <a:gd name="connsiteX6" fmla="*/ 2749948 w 5095972"/>
              <a:gd name="connsiteY6" fmla="*/ 0 h 4842127"/>
              <a:gd name="connsiteX7" fmla="*/ 3146302 w 5095972"/>
              <a:gd name="connsiteY7" fmla="*/ 1278714 h 4842127"/>
              <a:gd name="connsiteX8" fmla="*/ 4680372 w 5095972"/>
              <a:gd name="connsiteY8" fmla="*/ 711224 h 4842127"/>
              <a:gd name="connsiteX9" fmla="*/ 4255280 w 5095972"/>
              <a:gd name="connsiteY9" fmla="*/ 1480991 h 4842127"/>
              <a:gd name="connsiteX10" fmla="*/ 3905187 w 5095972"/>
              <a:gd name="connsiteY10" fmla="*/ 2012985 h 4842127"/>
              <a:gd name="connsiteX11" fmla="*/ 5084889 w 5095972"/>
              <a:gd name="connsiteY11" fmla="*/ 2339389 h 4842127"/>
              <a:gd name="connsiteX12" fmla="*/ 4694264 w 5095972"/>
              <a:gd name="connsiteY12" fmla="*/ 2632297 h 4842127"/>
              <a:gd name="connsiteX13" fmla="*/ 3961178 w 5095972"/>
              <a:gd name="connsiteY13" fmla="*/ 2866407 h 4842127"/>
              <a:gd name="connsiteX14" fmla="*/ 4479678 w 5095972"/>
              <a:gd name="connsiteY14" fmla="*/ 3770174 h 4842127"/>
              <a:gd name="connsiteX15" fmla="*/ 3249533 w 5095972"/>
              <a:gd name="connsiteY15" fmla="*/ 3507473 h 4842127"/>
              <a:gd name="connsiteX16" fmla="*/ 3166568 w 5095972"/>
              <a:gd name="connsiteY16" fmla="*/ 4840512 h 4842127"/>
              <a:gd name="connsiteX17" fmla="*/ 2431760 w 5095972"/>
              <a:gd name="connsiteY17" fmla="*/ 3798291 h 4842127"/>
              <a:gd name="connsiteX18" fmla="*/ 1176032 w 5095972"/>
              <a:gd name="connsiteY18" fmla="*/ 4301775 h 4842127"/>
              <a:gd name="connsiteX19" fmla="*/ 1559781 w 5095972"/>
              <a:gd name="connsiteY19" fmla="*/ 2981795 h 4842127"/>
              <a:gd name="connsiteX20" fmla="*/ 388250 w 5095972"/>
              <a:gd name="connsiteY20" fmla="*/ 3077685 h 4842127"/>
              <a:gd name="connsiteX21" fmla="*/ 40328 w 5095972"/>
              <a:gd name="connsiteY21" fmla="*/ 2805931 h 4842127"/>
              <a:gd name="connsiteX0" fmla="*/ 40328 w 5095972"/>
              <a:gd name="connsiteY0" fmla="*/ 2805931 h 4842017"/>
              <a:gd name="connsiteX1" fmla="*/ 1247571 w 5095972"/>
              <a:gd name="connsiteY1" fmla="*/ 2160898 h 4842017"/>
              <a:gd name="connsiteX2" fmla="*/ 582112 w 5095972"/>
              <a:gd name="connsiteY2" fmla="*/ 1385661 h 4842017"/>
              <a:gd name="connsiteX3" fmla="*/ 457035 w 5095972"/>
              <a:gd name="connsiteY3" fmla="*/ 1036086 h 4842017"/>
              <a:gd name="connsiteX4" fmla="*/ 867546 w 5095972"/>
              <a:gd name="connsiteY4" fmla="*/ 1014344 h 4842017"/>
              <a:gd name="connsiteX5" fmla="*/ 1966018 w 5095972"/>
              <a:gd name="connsiteY5" fmla="*/ 1279850 h 4842017"/>
              <a:gd name="connsiteX6" fmla="*/ 2749948 w 5095972"/>
              <a:gd name="connsiteY6" fmla="*/ 0 h 4842017"/>
              <a:gd name="connsiteX7" fmla="*/ 3146302 w 5095972"/>
              <a:gd name="connsiteY7" fmla="*/ 1278714 h 4842017"/>
              <a:gd name="connsiteX8" fmla="*/ 4680372 w 5095972"/>
              <a:gd name="connsiteY8" fmla="*/ 711224 h 4842017"/>
              <a:gd name="connsiteX9" fmla="*/ 4255280 w 5095972"/>
              <a:gd name="connsiteY9" fmla="*/ 1480991 h 4842017"/>
              <a:gd name="connsiteX10" fmla="*/ 3905187 w 5095972"/>
              <a:gd name="connsiteY10" fmla="*/ 2012985 h 4842017"/>
              <a:gd name="connsiteX11" fmla="*/ 5084889 w 5095972"/>
              <a:gd name="connsiteY11" fmla="*/ 2339389 h 4842017"/>
              <a:gd name="connsiteX12" fmla="*/ 4694264 w 5095972"/>
              <a:gd name="connsiteY12" fmla="*/ 2632297 h 4842017"/>
              <a:gd name="connsiteX13" fmla="*/ 3961178 w 5095972"/>
              <a:gd name="connsiteY13" fmla="*/ 2866407 h 4842017"/>
              <a:gd name="connsiteX14" fmla="*/ 4479678 w 5095972"/>
              <a:gd name="connsiteY14" fmla="*/ 3770174 h 4842017"/>
              <a:gd name="connsiteX15" fmla="*/ 3249533 w 5095972"/>
              <a:gd name="connsiteY15" fmla="*/ 3507473 h 4842017"/>
              <a:gd name="connsiteX16" fmla="*/ 3166568 w 5095972"/>
              <a:gd name="connsiteY16" fmla="*/ 4840512 h 4842017"/>
              <a:gd name="connsiteX17" fmla="*/ 2404406 w 5095972"/>
              <a:gd name="connsiteY17" fmla="*/ 3718173 h 4842017"/>
              <a:gd name="connsiteX18" fmla="*/ 1176032 w 5095972"/>
              <a:gd name="connsiteY18" fmla="*/ 4301775 h 4842017"/>
              <a:gd name="connsiteX19" fmla="*/ 1559781 w 5095972"/>
              <a:gd name="connsiteY19" fmla="*/ 2981795 h 4842017"/>
              <a:gd name="connsiteX20" fmla="*/ 388250 w 5095972"/>
              <a:gd name="connsiteY20" fmla="*/ 3077685 h 4842017"/>
              <a:gd name="connsiteX21" fmla="*/ 40328 w 5095972"/>
              <a:gd name="connsiteY21" fmla="*/ 2805931 h 4842017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075419 w 5095972"/>
              <a:gd name="connsiteY18" fmla="*/ 4437056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0 w 5055644"/>
              <a:gd name="connsiteY0" fmla="*/ 2805931 h 4841960"/>
              <a:gd name="connsiteX1" fmla="*/ 1207243 w 5055644"/>
              <a:gd name="connsiteY1" fmla="*/ 2160898 h 4841960"/>
              <a:gd name="connsiteX2" fmla="*/ 541784 w 5055644"/>
              <a:gd name="connsiteY2" fmla="*/ 1385661 h 4841960"/>
              <a:gd name="connsiteX3" fmla="*/ 416707 w 5055644"/>
              <a:gd name="connsiteY3" fmla="*/ 1036086 h 4841960"/>
              <a:gd name="connsiteX4" fmla="*/ 827218 w 5055644"/>
              <a:gd name="connsiteY4" fmla="*/ 1014344 h 4841960"/>
              <a:gd name="connsiteX5" fmla="*/ 1925690 w 5055644"/>
              <a:gd name="connsiteY5" fmla="*/ 1279850 h 4841960"/>
              <a:gd name="connsiteX6" fmla="*/ 2709620 w 5055644"/>
              <a:gd name="connsiteY6" fmla="*/ 0 h 4841960"/>
              <a:gd name="connsiteX7" fmla="*/ 3105974 w 5055644"/>
              <a:gd name="connsiteY7" fmla="*/ 1278714 h 4841960"/>
              <a:gd name="connsiteX8" fmla="*/ 4640044 w 5055644"/>
              <a:gd name="connsiteY8" fmla="*/ 711224 h 4841960"/>
              <a:gd name="connsiteX9" fmla="*/ 4214952 w 5055644"/>
              <a:gd name="connsiteY9" fmla="*/ 1480991 h 4841960"/>
              <a:gd name="connsiteX10" fmla="*/ 3864859 w 5055644"/>
              <a:gd name="connsiteY10" fmla="*/ 2012985 h 4841960"/>
              <a:gd name="connsiteX11" fmla="*/ 5044561 w 5055644"/>
              <a:gd name="connsiteY11" fmla="*/ 2339389 h 4841960"/>
              <a:gd name="connsiteX12" fmla="*/ 4653936 w 5055644"/>
              <a:gd name="connsiteY12" fmla="*/ 2632297 h 4841960"/>
              <a:gd name="connsiteX13" fmla="*/ 3920850 w 5055644"/>
              <a:gd name="connsiteY13" fmla="*/ 2866407 h 4841960"/>
              <a:gd name="connsiteX14" fmla="*/ 4439350 w 5055644"/>
              <a:gd name="connsiteY14" fmla="*/ 3770174 h 4841960"/>
              <a:gd name="connsiteX15" fmla="*/ 3209205 w 5055644"/>
              <a:gd name="connsiteY15" fmla="*/ 3507473 h 4841960"/>
              <a:gd name="connsiteX16" fmla="*/ 3126240 w 5055644"/>
              <a:gd name="connsiteY16" fmla="*/ 4840512 h 4841960"/>
              <a:gd name="connsiteX17" fmla="*/ 2364078 w 5055644"/>
              <a:gd name="connsiteY17" fmla="*/ 3718173 h 4841960"/>
              <a:gd name="connsiteX18" fmla="*/ 1035091 w 5055644"/>
              <a:gd name="connsiteY18" fmla="*/ 4437056 h 4841960"/>
              <a:gd name="connsiteX19" fmla="*/ 1519453 w 5055644"/>
              <a:gd name="connsiteY19" fmla="*/ 2981795 h 4841960"/>
              <a:gd name="connsiteX20" fmla="*/ 0 w 5055644"/>
              <a:gd name="connsiteY20" fmla="*/ 2805931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599657 w 5113517"/>
              <a:gd name="connsiteY2" fmla="*/ 1385661 h 4841960"/>
              <a:gd name="connsiteX3" fmla="*/ 474580 w 5113517"/>
              <a:gd name="connsiteY3" fmla="*/ 1036086 h 4841960"/>
              <a:gd name="connsiteX4" fmla="*/ 885091 w 5113517"/>
              <a:gd name="connsiteY4" fmla="*/ 1014344 h 4841960"/>
              <a:gd name="connsiteX5" fmla="*/ 1983563 w 5113517"/>
              <a:gd name="connsiteY5" fmla="*/ 1279850 h 4841960"/>
              <a:gd name="connsiteX6" fmla="*/ 2767493 w 5113517"/>
              <a:gd name="connsiteY6" fmla="*/ 0 h 4841960"/>
              <a:gd name="connsiteX7" fmla="*/ 3163847 w 5113517"/>
              <a:gd name="connsiteY7" fmla="*/ 1278714 h 4841960"/>
              <a:gd name="connsiteX8" fmla="*/ 4697917 w 5113517"/>
              <a:gd name="connsiteY8" fmla="*/ 711224 h 4841960"/>
              <a:gd name="connsiteX9" fmla="*/ 4272825 w 5113517"/>
              <a:gd name="connsiteY9" fmla="*/ 1480991 h 4841960"/>
              <a:gd name="connsiteX10" fmla="*/ 3922732 w 5113517"/>
              <a:gd name="connsiteY10" fmla="*/ 2012985 h 4841960"/>
              <a:gd name="connsiteX11" fmla="*/ 5102434 w 5113517"/>
              <a:gd name="connsiteY11" fmla="*/ 2339389 h 4841960"/>
              <a:gd name="connsiteX12" fmla="*/ 4711809 w 5113517"/>
              <a:gd name="connsiteY12" fmla="*/ 2632297 h 4841960"/>
              <a:gd name="connsiteX13" fmla="*/ 3978723 w 5113517"/>
              <a:gd name="connsiteY13" fmla="*/ 2866407 h 4841960"/>
              <a:gd name="connsiteX14" fmla="*/ 4497223 w 5113517"/>
              <a:gd name="connsiteY14" fmla="*/ 3770174 h 4841960"/>
              <a:gd name="connsiteX15" fmla="*/ 3267078 w 5113517"/>
              <a:gd name="connsiteY15" fmla="*/ 3507473 h 4841960"/>
              <a:gd name="connsiteX16" fmla="*/ 3184113 w 5113517"/>
              <a:gd name="connsiteY16" fmla="*/ 4840512 h 4841960"/>
              <a:gd name="connsiteX17" fmla="*/ 2421951 w 5113517"/>
              <a:gd name="connsiteY17" fmla="*/ 3718173 h 4841960"/>
              <a:gd name="connsiteX18" fmla="*/ 1092964 w 5113517"/>
              <a:gd name="connsiteY18" fmla="*/ 4437056 h 4841960"/>
              <a:gd name="connsiteX19" fmla="*/ 1577326 w 5113517"/>
              <a:gd name="connsiteY19" fmla="*/ 2981795 h 4841960"/>
              <a:gd name="connsiteX20" fmla="*/ -1 w 5113517"/>
              <a:gd name="connsiteY20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599659 w 5113519"/>
              <a:gd name="connsiteY2" fmla="*/ 1385661 h 4841960"/>
              <a:gd name="connsiteX3" fmla="*/ 474582 w 5113519"/>
              <a:gd name="connsiteY3" fmla="*/ 1036086 h 4841960"/>
              <a:gd name="connsiteX4" fmla="*/ 885093 w 5113519"/>
              <a:gd name="connsiteY4" fmla="*/ 1014344 h 4841960"/>
              <a:gd name="connsiteX5" fmla="*/ 1983565 w 5113519"/>
              <a:gd name="connsiteY5" fmla="*/ 1279850 h 4841960"/>
              <a:gd name="connsiteX6" fmla="*/ 2767495 w 5113519"/>
              <a:gd name="connsiteY6" fmla="*/ 0 h 4841960"/>
              <a:gd name="connsiteX7" fmla="*/ 3163849 w 5113519"/>
              <a:gd name="connsiteY7" fmla="*/ 1278714 h 4841960"/>
              <a:gd name="connsiteX8" fmla="*/ 4697919 w 5113519"/>
              <a:gd name="connsiteY8" fmla="*/ 711224 h 4841960"/>
              <a:gd name="connsiteX9" fmla="*/ 4272827 w 5113519"/>
              <a:gd name="connsiteY9" fmla="*/ 1480991 h 4841960"/>
              <a:gd name="connsiteX10" fmla="*/ 3922734 w 5113519"/>
              <a:gd name="connsiteY10" fmla="*/ 2012985 h 4841960"/>
              <a:gd name="connsiteX11" fmla="*/ 5102436 w 5113519"/>
              <a:gd name="connsiteY11" fmla="*/ 2339389 h 4841960"/>
              <a:gd name="connsiteX12" fmla="*/ 4711811 w 5113519"/>
              <a:gd name="connsiteY12" fmla="*/ 2632297 h 4841960"/>
              <a:gd name="connsiteX13" fmla="*/ 3978725 w 5113519"/>
              <a:gd name="connsiteY13" fmla="*/ 2866407 h 4841960"/>
              <a:gd name="connsiteX14" fmla="*/ 4497225 w 5113519"/>
              <a:gd name="connsiteY14" fmla="*/ 3770174 h 4841960"/>
              <a:gd name="connsiteX15" fmla="*/ 3267080 w 5113519"/>
              <a:gd name="connsiteY15" fmla="*/ 3507473 h 4841960"/>
              <a:gd name="connsiteX16" fmla="*/ 3184115 w 5113519"/>
              <a:gd name="connsiteY16" fmla="*/ 4840512 h 4841960"/>
              <a:gd name="connsiteX17" fmla="*/ 2421953 w 5113519"/>
              <a:gd name="connsiteY17" fmla="*/ 3718173 h 4841960"/>
              <a:gd name="connsiteX18" fmla="*/ 1092966 w 5113519"/>
              <a:gd name="connsiteY18" fmla="*/ 4437056 h 4841960"/>
              <a:gd name="connsiteX19" fmla="*/ 1577328 w 5113519"/>
              <a:gd name="connsiteY19" fmla="*/ 2981795 h 4841960"/>
              <a:gd name="connsiteX20" fmla="*/ 1 w 5113519"/>
              <a:gd name="connsiteY20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74580 w 5113517"/>
              <a:gd name="connsiteY2" fmla="*/ 1036086 h 4841960"/>
              <a:gd name="connsiteX3" fmla="*/ 885091 w 5113517"/>
              <a:gd name="connsiteY3" fmla="*/ 1014344 h 4841960"/>
              <a:gd name="connsiteX4" fmla="*/ 1983563 w 5113517"/>
              <a:gd name="connsiteY4" fmla="*/ 1279850 h 4841960"/>
              <a:gd name="connsiteX5" fmla="*/ 2767493 w 5113517"/>
              <a:gd name="connsiteY5" fmla="*/ 0 h 4841960"/>
              <a:gd name="connsiteX6" fmla="*/ 3163847 w 5113517"/>
              <a:gd name="connsiteY6" fmla="*/ 1278714 h 4841960"/>
              <a:gd name="connsiteX7" fmla="*/ 4697917 w 5113517"/>
              <a:gd name="connsiteY7" fmla="*/ 711224 h 4841960"/>
              <a:gd name="connsiteX8" fmla="*/ 4272825 w 5113517"/>
              <a:gd name="connsiteY8" fmla="*/ 1480991 h 4841960"/>
              <a:gd name="connsiteX9" fmla="*/ 3922732 w 5113517"/>
              <a:gd name="connsiteY9" fmla="*/ 2012985 h 4841960"/>
              <a:gd name="connsiteX10" fmla="*/ 5102434 w 5113517"/>
              <a:gd name="connsiteY10" fmla="*/ 2339389 h 4841960"/>
              <a:gd name="connsiteX11" fmla="*/ 4711809 w 5113517"/>
              <a:gd name="connsiteY11" fmla="*/ 2632297 h 4841960"/>
              <a:gd name="connsiteX12" fmla="*/ 3978723 w 5113517"/>
              <a:gd name="connsiteY12" fmla="*/ 2866407 h 4841960"/>
              <a:gd name="connsiteX13" fmla="*/ 4497223 w 5113517"/>
              <a:gd name="connsiteY13" fmla="*/ 3770174 h 4841960"/>
              <a:gd name="connsiteX14" fmla="*/ 3267078 w 5113517"/>
              <a:gd name="connsiteY14" fmla="*/ 3507473 h 4841960"/>
              <a:gd name="connsiteX15" fmla="*/ 3184113 w 5113517"/>
              <a:gd name="connsiteY15" fmla="*/ 4840512 h 4841960"/>
              <a:gd name="connsiteX16" fmla="*/ 2421951 w 5113517"/>
              <a:gd name="connsiteY16" fmla="*/ 3718173 h 4841960"/>
              <a:gd name="connsiteX17" fmla="*/ 1092964 w 5113517"/>
              <a:gd name="connsiteY17" fmla="*/ 4437056 h 4841960"/>
              <a:gd name="connsiteX18" fmla="*/ 1577326 w 5113517"/>
              <a:gd name="connsiteY18" fmla="*/ 2981795 h 4841960"/>
              <a:gd name="connsiteX19" fmla="*/ -1 w 5113517"/>
              <a:gd name="connsiteY19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74582 w 5113519"/>
              <a:gd name="connsiteY2" fmla="*/ 103608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02498"/>
              <a:gd name="connsiteY0" fmla="*/ 2871567 h 4841960"/>
              <a:gd name="connsiteX1" fmla="*/ 1265118 w 5102498"/>
              <a:gd name="connsiteY1" fmla="*/ 2160898 h 4841960"/>
              <a:gd name="connsiteX2" fmla="*/ 485508 w 5102498"/>
              <a:gd name="connsiteY2" fmla="*/ 933726 h 4841960"/>
              <a:gd name="connsiteX3" fmla="*/ 1983565 w 5102498"/>
              <a:gd name="connsiteY3" fmla="*/ 1279850 h 4841960"/>
              <a:gd name="connsiteX4" fmla="*/ 2767495 w 5102498"/>
              <a:gd name="connsiteY4" fmla="*/ 0 h 4841960"/>
              <a:gd name="connsiteX5" fmla="*/ 3163849 w 5102498"/>
              <a:gd name="connsiteY5" fmla="*/ 1278714 h 4841960"/>
              <a:gd name="connsiteX6" fmla="*/ 4697919 w 5102498"/>
              <a:gd name="connsiteY6" fmla="*/ 711224 h 4841960"/>
              <a:gd name="connsiteX7" fmla="*/ 4272827 w 5102498"/>
              <a:gd name="connsiteY7" fmla="*/ 1480991 h 4841960"/>
              <a:gd name="connsiteX8" fmla="*/ 3922734 w 5102498"/>
              <a:gd name="connsiteY8" fmla="*/ 2012985 h 4841960"/>
              <a:gd name="connsiteX9" fmla="*/ 5102436 w 5102498"/>
              <a:gd name="connsiteY9" fmla="*/ 2339389 h 4841960"/>
              <a:gd name="connsiteX10" fmla="*/ 3978725 w 5102498"/>
              <a:gd name="connsiteY10" fmla="*/ 2866407 h 4841960"/>
              <a:gd name="connsiteX11" fmla="*/ 4497225 w 5102498"/>
              <a:gd name="connsiteY11" fmla="*/ 3770174 h 4841960"/>
              <a:gd name="connsiteX12" fmla="*/ 3267080 w 5102498"/>
              <a:gd name="connsiteY12" fmla="*/ 3507473 h 4841960"/>
              <a:gd name="connsiteX13" fmla="*/ 3184115 w 5102498"/>
              <a:gd name="connsiteY13" fmla="*/ 4840512 h 4841960"/>
              <a:gd name="connsiteX14" fmla="*/ 2421953 w 5102498"/>
              <a:gd name="connsiteY14" fmla="*/ 3718173 h 4841960"/>
              <a:gd name="connsiteX15" fmla="*/ 1092966 w 5102498"/>
              <a:gd name="connsiteY15" fmla="*/ 4437056 h 4841960"/>
              <a:gd name="connsiteX16" fmla="*/ 1577328 w 5102498"/>
              <a:gd name="connsiteY16" fmla="*/ 2981795 h 4841960"/>
              <a:gd name="connsiteX17" fmla="*/ 1 w 5102498"/>
              <a:gd name="connsiteY17" fmla="*/ 2871567 h 4841960"/>
              <a:gd name="connsiteX0" fmla="*/ -1 w 5102490"/>
              <a:gd name="connsiteY0" fmla="*/ 2871567 h 4841960"/>
              <a:gd name="connsiteX1" fmla="*/ 1265116 w 5102490"/>
              <a:gd name="connsiteY1" fmla="*/ 2160898 h 4841960"/>
              <a:gd name="connsiteX2" fmla="*/ 485506 w 5102490"/>
              <a:gd name="connsiteY2" fmla="*/ 933726 h 4841960"/>
              <a:gd name="connsiteX3" fmla="*/ 1983563 w 5102490"/>
              <a:gd name="connsiteY3" fmla="*/ 1279850 h 4841960"/>
              <a:gd name="connsiteX4" fmla="*/ 2767493 w 5102490"/>
              <a:gd name="connsiteY4" fmla="*/ 0 h 4841960"/>
              <a:gd name="connsiteX5" fmla="*/ 3163847 w 5102490"/>
              <a:gd name="connsiteY5" fmla="*/ 1278714 h 4841960"/>
              <a:gd name="connsiteX6" fmla="*/ 4697917 w 5102490"/>
              <a:gd name="connsiteY6" fmla="*/ 711224 h 4841960"/>
              <a:gd name="connsiteX7" fmla="*/ 4272825 w 5102490"/>
              <a:gd name="connsiteY7" fmla="*/ 1480991 h 4841960"/>
              <a:gd name="connsiteX8" fmla="*/ 3922732 w 5102490"/>
              <a:gd name="connsiteY8" fmla="*/ 2012985 h 4841960"/>
              <a:gd name="connsiteX9" fmla="*/ 5102434 w 5102490"/>
              <a:gd name="connsiteY9" fmla="*/ 2339389 h 4841960"/>
              <a:gd name="connsiteX10" fmla="*/ 3863684 w 5102490"/>
              <a:gd name="connsiteY10" fmla="*/ 2811641 h 4841960"/>
              <a:gd name="connsiteX11" fmla="*/ 4497223 w 5102490"/>
              <a:gd name="connsiteY11" fmla="*/ 3770174 h 4841960"/>
              <a:gd name="connsiteX12" fmla="*/ 3267078 w 5102490"/>
              <a:gd name="connsiteY12" fmla="*/ 3507473 h 4841960"/>
              <a:gd name="connsiteX13" fmla="*/ 3184113 w 5102490"/>
              <a:gd name="connsiteY13" fmla="*/ 4840512 h 4841960"/>
              <a:gd name="connsiteX14" fmla="*/ 2421951 w 5102490"/>
              <a:gd name="connsiteY14" fmla="*/ 3718173 h 4841960"/>
              <a:gd name="connsiteX15" fmla="*/ 1092964 w 5102490"/>
              <a:gd name="connsiteY15" fmla="*/ 4437056 h 4841960"/>
              <a:gd name="connsiteX16" fmla="*/ 1577326 w 5102490"/>
              <a:gd name="connsiteY16" fmla="*/ 2981795 h 4841960"/>
              <a:gd name="connsiteX17" fmla="*/ -1 w 5102490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265116 w 5102525"/>
              <a:gd name="connsiteY1" fmla="*/ 2160898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332556 w 5102525"/>
              <a:gd name="connsiteY1" fmla="*/ 2089701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17930 w 5102527"/>
              <a:gd name="connsiteY12" fmla="*/ 3356807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2320372 w 5102525"/>
              <a:gd name="connsiteY3" fmla="*/ 1553982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349200 w 5102525"/>
              <a:gd name="connsiteY12" fmla="*/ 3472552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2253600 w 5102525"/>
              <a:gd name="connsiteY3" fmla="*/ 1457047 h 4841960"/>
              <a:gd name="connsiteX4" fmla="*/ 2767493 w 5102525"/>
              <a:gd name="connsiteY4" fmla="*/ 0 h 4841960"/>
              <a:gd name="connsiteX5" fmla="*/ 3180840 w 5102525"/>
              <a:gd name="connsiteY5" fmla="*/ 1613401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349200 w 5102525"/>
              <a:gd name="connsiteY12" fmla="*/ 3472552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943 h 4842336"/>
              <a:gd name="connsiteX1" fmla="*/ 1612943 w 5102527"/>
              <a:gd name="connsiteY1" fmla="*/ 2131971 h 4842336"/>
              <a:gd name="connsiteX2" fmla="*/ 485508 w 5102527"/>
              <a:gd name="connsiteY2" fmla="*/ 934102 h 4842336"/>
              <a:gd name="connsiteX3" fmla="*/ 2253602 w 5102527"/>
              <a:gd name="connsiteY3" fmla="*/ 1457423 h 4842336"/>
              <a:gd name="connsiteX4" fmla="*/ 2767495 w 5102527"/>
              <a:gd name="connsiteY4" fmla="*/ 376 h 4842336"/>
              <a:gd name="connsiteX5" fmla="*/ 3180842 w 5102527"/>
              <a:gd name="connsiteY5" fmla="*/ 1613777 h 4842336"/>
              <a:gd name="connsiteX6" fmla="*/ 4697919 w 5102527"/>
              <a:gd name="connsiteY6" fmla="*/ 711600 h 4842336"/>
              <a:gd name="connsiteX7" fmla="*/ 4272827 w 5102527"/>
              <a:gd name="connsiteY7" fmla="*/ 1481367 h 4842336"/>
              <a:gd name="connsiteX8" fmla="*/ 3922734 w 5102527"/>
              <a:gd name="connsiteY8" fmla="*/ 2013361 h 4842336"/>
              <a:gd name="connsiteX9" fmla="*/ 5102436 w 5102527"/>
              <a:gd name="connsiteY9" fmla="*/ 2339765 h 4842336"/>
              <a:gd name="connsiteX10" fmla="*/ 3863686 w 5102527"/>
              <a:gd name="connsiteY10" fmla="*/ 2812017 h 4842336"/>
              <a:gd name="connsiteX11" fmla="*/ 4828315 w 5102527"/>
              <a:gd name="connsiteY11" fmla="*/ 3987808 h 4842336"/>
              <a:gd name="connsiteX12" fmla="*/ 3349202 w 5102527"/>
              <a:gd name="connsiteY12" fmla="*/ 3472928 h 4842336"/>
              <a:gd name="connsiteX13" fmla="*/ 3184115 w 5102527"/>
              <a:gd name="connsiteY13" fmla="*/ 4840888 h 4842336"/>
              <a:gd name="connsiteX14" fmla="*/ 2421953 w 5102527"/>
              <a:gd name="connsiteY14" fmla="*/ 3718549 h 4842336"/>
              <a:gd name="connsiteX15" fmla="*/ 1092966 w 5102527"/>
              <a:gd name="connsiteY15" fmla="*/ 4437432 h 4842336"/>
              <a:gd name="connsiteX16" fmla="*/ 1577328 w 5102527"/>
              <a:gd name="connsiteY16" fmla="*/ 2982171 h 4842336"/>
              <a:gd name="connsiteX17" fmla="*/ 1 w 5102527"/>
              <a:gd name="connsiteY17" fmla="*/ 2871943 h 4842336"/>
              <a:gd name="connsiteX0" fmla="*/ 1 w 5102527"/>
              <a:gd name="connsiteY0" fmla="*/ 2871943 h 4842336"/>
              <a:gd name="connsiteX1" fmla="*/ 1612943 w 5102527"/>
              <a:gd name="connsiteY1" fmla="*/ 2131971 h 4842336"/>
              <a:gd name="connsiteX2" fmla="*/ 485508 w 5102527"/>
              <a:gd name="connsiteY2" fmla="*/ 934102 h 4842336"/>
              <a:gd name="connsiteX3" fmla="*/ 2253602 w 5102527"/>
              <a:gd name="connsiteY3" fmla="*/ 1457423 h 4842336"/>
              <a:gd name="connsiteX4" fmla="*/ 2767495 w 5102527"/>
              <a:gd name="connsiteY4" fmla="*/ 376 h 4842336"/>
              <a:gd name="connsiteX5" fmla="*/ 3180842 w 5102527"/>
              <a:gd name="connsiteY5" fmla="*/ 1613777 h 4842336"/>
              <a:gd name="connsiteX6" fmla="*/ 4697919 w 5102527"/>
              <a:gd name="connsiteY6" fmla="*/ 711600 h 4842336"/>
              <a:gd name="connsiteX7" fmla="*/ 4272827 w 5102527"/>
              <a:gd name="connsiteY7" fmla="*/ 1481367 h 4842336"/>
              <a:gd name="connsiteX8" fmla="*/ 3922734 w 5102527"/>
              <a:gd name="connsiteY8" fmla="*/ 2013361 h 4842336"/>
              <a:gd name="connsiteX9" fmla="*/ 5102436 w 5102527"/>
              <a:gd name="connsiteY9" fmla="*/ 2339765 h 4842336"/>
              <a:gd name="connsiteX10" fmla="*/ 3863686 w 5102527"/>
              <a:gd name="connsiteY10" fmla="*/ 2812017 h 4842336"/>
              <a:gd name="connsiteX11" fmla="*/ 4828315 w 5102527"/>
              <a:gd name="connsiteY11" fmla="*/ 3987808 h 4842336"/>
              <a:gd name="connsiteX12" fmla="*/ 3349202 w 5102527"/>
              <a:gd name="connsiteY12" fmla="*/ 3472928 h 4842336"/>
              <a:gd name="connsiteX13" fmla="*/ 3184115 w 5102527"/>
              <a:gd name="connsiteY13" fmla="*/ 4840888 h 4842336"/>
              <a:gd name="connsiteX14" fmla="*/ 2421953 w 5102527"/>
              <a:gd name="connsiteY14" fmla="*/ 3718549 h 4842336"/>
              <a:gd name="connsiteX15" fmla="*/ 1092966 w 5102527"/>
              <a:gd name="connsiteY15" fmla="*/ 4437432 h 4842336"/>
              <a:gd name="connsiteX16" fmla="*/ 1577328 w 5102527"/>
              <a:gd name="connsiteY16" fmla="*/ 2982171 h 4842336"/>
              <a:gd name="connsiteX17" fmla="*/ 1 w 5102527"/>
              <a:gd name="connsiteY17" fmla="*/ 2871943 h 4842336"/>
              <a:gd name="connsiteX0" fmla="*/ 1 w 5102527"/>
              <a:gd name="connsiteY0" fmla="*/ 2871943 h 4842336"/>
              <a:gd name="connsiteX1" fmla="*/ 1612943 w 5102527"/>
              <a:gd name="connsiteY1" fmla="*/ 2131971 h 4842336"/>
              <a:gd name="connsiteX2" fmla="*/ 485508 w 5102527"/>
              <a:gd name="connsiteY2" fmla="*/ 934102 h 4842336"/>
              <a:gd name="connsiteX3" fmla="*/ 2253602 w 5102527"/>
              <a:gd name="connsiteY3" fmla="*/ 1457423 h 4842336"/>
              <a:gd name="connsiteX4" fmla="*/ 2767495 w 5102527"/>
              <a:gd name="connsiteY4" fmla="*/ 376 h 4842336"/>
              <a:gd name="connsiteX5" fmla="*/ 3180842 w 5102527"/>
              <a:gd name="connsiteY5" fmla="*/ 1613777 h 4842336"/>
              <a:gd name="connsiteX6" fmla="*/ 4697919 w 5102527"/>
              <a:gd name="connsiteY6" fmla="*/ 711600 h 4842336"/>
              <a:gd name="connsiteX7" fmla="*/ 4272827 w 5102527"/>
              <a:gd name="connsiteY7" fmla="*/ 1481367 h 4842336"/>
              <a:gd name="connsiteX8" fmla="*/ 3922734 w 5102527"/>
              <a:gd name="connsiteY8" fmla="*/ 2013361 h 4842336"/>
              <a:gd name="connsiteX9" fmla="*/ 5102436 w 5102527"/>
              <a:gd name="connsiteY9" fmla="*/ 2339765 h 4842336"/>
              <a:gd name="connsiteX10" fmla="*/ 3863686 w 5102527"/>
              <a:gd name="connsiteY10" fmla="*/ 2812017 h 4842336"/>
              <a:gd name="connsiteX11" fmla="*/ 4828315 w 5102527"/>
              <a:gd name="connsiteY11" fmla="*/ 3987808 h 4842336"/>
              <a:gd name="connsiteX12" fmla="*/ 3349202 w 5102527"/>
              <a:gd name="connsiteY12" fmla="*/ 3472928 h 4842336"/>
              <a:gd name="connsiteX13" fmla="*/ 3184115 w 5102527"/>
              <a:gd name="connsiteY13" fmla="*/ 4840888 h 4842336"/>
              <a:gd name="connsiteX14" fmla="*/ 2421953 w 5102527"/>
              <a:gd name="connsiteY14" fmla="*/ 3718549 h 4842336"/>
              <a:gd name="connsiteX15" fmla="*/ 1092966 w 5102527"/>
              <a:gd name="connsiteY15" fmla="*/ 4437432 h 4842336"/>
              <a:gd name="connsiteX16" fmla="*/ 1577328 w 5102527"/>
              <a:gd name="connsiteY16" fmla="*/ 2982171 h 4842336"/>
              <a:gd name="connsiteX17" fmla="*/ 1 w 5102527"/>
              <a:gd name="connsiteY17" fmla="*/ 2871943 h 4842336"/>
              <a:gd name="connsiteX0" fmla="*/ 10941 w 5113467"/>
              <a:gd name="connsiteY0" fmla="*/ 2871943 h 4842336"/>
              <a:gd name="connsiteX1" fmla="*/ 1623883 w 5113467"/>
              <a:gd name="connsiteY1" fmla="*/ 2131971 h 4842336"/>
              <a:gd name="connsiteX2" fmla="*/ 496448 w 5113467"/>
              <a:gd name="connsiteY2" fmla="*/ 934102 h 4842336"/>
              <a:gd name="connsiteX3" fmla="*/ 2264542 w 5113467"/>
              <a:gd name="connsiteY3" fmla="*/ 1457423 h 4842336"/>
              <a:gd name="connsiteX4" fmla="*/ 2778435 w 5113467"/>
              <a:gd name="connsiteY4" fmla="*/ 376 h 4842336"/>
              <a:gd name="connsiteX5" fmla="*/ 3191782 w 5113467"/>
              <a:gd name="connsiteY5" fmla="*/ 1613777 h 4842336"/>
              <a:gd name="connsiteX6" fmla="*/ 4708859 w 5113467"/>
              <a:gd name="connsiteY6" fmla="*/ 711600 h 4842336"/>
              <a:gd name="connsiteX7" fmla="*/ 4283767 w 5113467"/>
              <a:gd name="connsiteY7" fmla="*/ 1481367 h 4842336"/>
              <a:gd name="connsiteX8" fmla="*/ 3933674 w 5113467"/>
              <a:gd name="connsiteY8" fmla="*/ 2013361 h 4842336"/>
              <a:gd name="connsiteX9" fmla="*/ 5113376 w 5113467"/>
              <a:gd name="connsiteY9" fmla="*/ 2339765 h 4842336"/>
              <a:gd name="connsiteX10" fmla="*/ 3874626 w 5113467"/>
              <a:gd name="connsiteY10" fmla="*/ 2812017 h 4842336"/>
              <a:gd name="connsiteX11" fmla="*/ 4839255 w 5113467"/>
              <a:gd name="connsiteY11" fmla="*/ 3987808 h 4842336"/>
              <a:gd name="connsiteX12" fmla="*/ 3360142 w 5113467"/>
              <a:gd name="connsiteY12" fmla="*/ 3472928 h 4842336"/>
              <a:gd name="connsiteX13" fmla="*/ 3195055 w 5113467"/>
              <a:gd name="connsiteY13" fmla="*/ 4840888 h 4842336"/>
              <a:gd name="connsiteX14" fmla="*/ 2432893 w 5113467"/>
              <a:gd name="connsiteY14" fmla="*/ 3718549 h 4842336"/>
              <a:gd name="connsiteX15" fmla="*/ 1103906 w 5113467"/>
              <a:gd name="connsiteY15" fmla="*/ 4437432 h 4842336"/>
              <a:gd name="connsiteX16" fmla="*/ 1588268 w 5113467"/>
              <a:gd name="connsiteY16" fmla="*/ 2982171 h 4842336"/>
              <a:gd name="connsiteX17" fmla="*/ 10941 w 5113467"/>
              <a:gd name="connsiteY17" fmla="*/ 2871943 h 4842336"/>
              <a:gd name="connsiteX0" fmla="*/ 10941 w 5113467"/>
              <a:gd name="connsiteY0" fmla="*/ 2871943 h 4842336"/>
              <a:gd name="connsiteX1" fmla="*/ 1623883 w 5113467"/>
              <a:gd name="connsiteY1" fmla="*/ 2131971 h 4842336"/>
              <a:gd name="connsiteX2" fmla="*/ 496448 w 5113467"/>
              <a:gd name="connsiteY2" fmla="*/ 934102 h 4842336"/>
              <a:gd name="connsiteX3" fmla="*/ 2264542 w 5113467"/>
              <a:gd name="connsiteY3" fmla="*/ 1457423 h 4842336"/>
              <a:gd name="connsiteX4" fmla="*/ 2778435 w 5113467"/>
              <a:gd name="connsiteY4" fmla="*/ 376 h 4842336"/>
              <a:gd name="connsiteX5" fmla="*/ 3191782 w 5113467"/>
              <a:gd name="connsiteY5" fmla="*/ 1613777 h 4842336"/>
              <a:gd name="connsiteX6" fmla="*/ 4708859 w 5113467"/>
              <a:gd name="connsiteY6" fmla="*/ 711600 h 4842336"/>
              <a:gd name="connsiteX7" fmla="*/ 4283767 w 5113467"/>
              <a:gd name="connsiteY7" fmla="*/ 1481367 h 4842336"/>
              <a:gd name="connsiteX8" fmla="*/ 3933674 w 5113467"/>
              <a:gd name="connsiteY8" fmla="*/ 2013361 h 4842336"/>
              <a:gd name="connsiteX9" fmla="*/ 5113376 w 5113467"/>
              <a:gd name="connsiteY9" fmla="*/ 2339765 h 4842336"/>
              <a:gd name="connsiteX10" fmla="*/ 3874626 w 5113467"/>
              <a:gd name="connsiteY10" fmla="*/ 2812017 h 4842336"/>
              <a:gd name="connsiteX11" fmla="*/ 4839255 w 5113467"/>
              <a:gd name="connsiteY11" fmla="*/ 3987808 h 4842336"/>
              <a:gd name="connsiteX12" fmla="*/ 3360142 w 5113467"/>
              <a:gd name="connsiteY12" fmla="*/ 3472928 h 4842336"/>
              <a:gd name="connsiteX13" fmla="*/ 3195055 w 5113467"/>
              <a:gd name="connsiteY13" fmla="*/ 4840888 h 4842336"/>
              <a:gd name="connsiteX14" fmla="*/ 2432893 w 5113467"/>
              <a:gd name="connsiteY14" fmla="*/ 3718549 h 4842336"/>
              <a:gd name="connsiteX15" fmla="*/ 1103906 w 5113467"/>
              <a:gd name="connsiteY15" fmla="*/ 4437432 h 4842336"/>
              <a:gd name="connsiteX16" fmla="*/ 1588268 w 5113467"/>
              <a:gd name="connsiteY16" fmla="*/ 2982171 h 4842336"/>
              <a:gd name="connsiteX17" fmla="*/ 10941 w 5113467"/>
              <a:gd name="connsiteY17" fmla="*/ 2871943 h 4842336"/>
            </a:gdLst>
            <a:rect l="l" t="t" r="r" b="b"/>
            <a:pathLst>
              <a:path w="5113467" h="4842336">
                <a:moveTo>
                  <a:pt x="10941" y="2871943"/>
                </a:moveTo>
                <a:cubicBezTo>
                  <a:pt x="-133165" y="2864186"/>
                  <a:pt x="1186011" y="2342550"/>
                  <a:pt x="1623883" y="2131971"/>
                </a:cubicBezTo>
                <a:cubicBezTo>
                  <a:pt x="1463522" y="1944955"/>
                  <a:pt x="559785" y="1125194"/>
                  <a:pt x="496448" y="934102"/>
                </a:cubicBezTo>
                <a:cubicBezTo>
                  <a:pt x="496242" y="859702"/>
                  <a:pt x="2167940" y="1438559"/>
                  <a:pt x="2264542" y="1457423"/>
                </a:cubicBezTo>
                <a:cubicBezTo>
                  <a:pt x="2383985" y="1210092"/>
                  <a:pt x="2572744" y="370638"/>
                  <a:pt x="2778435" y="376"/>
                </a:cubicBezTo>
                <a:cubicBezTo>
                  <a:pt x="2864730" y="-25098"/>
                  <a:pt x="3096740" y="1251340"/>
                  <a:pt x="3191782" y="1613777"/>
                </a:cubicBezTo>
                <a:cubicBezTo>
                  <a:pt x="3846850" y="1216373"/>
                  <a:pt x="4524029" y="677887"/>
                  <a:pt x="4708859" y="711600"/>
                </a:cubicBezTo>
                <a:cubicBezTo>
                  <a:pt x="4682029" y="917420"/>
                  <a:pt x="4379632" y="1342752"/>
                  <a:pt x="4283767" y="1481367"/>
                </a:cubicBezTo>
                <a:lnTo>
                  <a:pt x="3933674" y="2013361"/>
                </a:lnTo>
                <a:cubicBezTo>
                  <a:pt x="4199296" y="2079989"/>
                  <a:pt x="4981863" y="2236546"/>
                  <a:pt x="5113376" y="2339765"/>
                </a:cubicBezTo>
                <a:cubicBezTo>
                  <a:pt x="5122708" y="2482002"/>
                  <a:pt x="4414109" y="2568301"/>
                  <a:pt x="3874626" y="2812017"/>
                </a:cubicBezTo>
                <a:cubicBezTo>
                  <a:pt x="4068985" y="3056194"/>
                  <a:pt x="4646826" y="3630712"/>
                  <a:pt x="4839255" y="3987808"/>
                </a:cubicBezTo>
                <a:cubicBezTo>
                  <a:pt x="4873795" y="4086399"/>
                  <a:pt x="3678757" y="3513942"/>
                  <a:pt x="3360142" y="3472928"/>
                </a:cubicBezTo>
                <a:cubicBezTo>
                  <a:pt x="3313766" y="3788235"/>
                  <a:pt x="3229978" y="4781903"/>
                  <a:pt x="3195055" y="4840888"/>
                </a:cubicBezTo>
                <a:cubicBezTo>
                  <a:pt x="3058760" y="4889358"/>
                  <a:pt x="2497162" y="3704868"/>
                  <a:pt x="2432893" y="3718549"/>
                </a:cubicBezTo>
                <a:cubicBezTo>
                  <a:pt x="2301511" y="3712882"/>
                  <a:pt x="1249236" y="4573515"/>
                  <a:pt x="1103906" y="4437432"/>
                </a:cubicBezTo>
                <a:cubicBezTo>
                  <a:pt x="1178777" y="3959550"/>
                  <a:pt x="1460352" y="3422164"/>
                  <a:pt x="1588268" y="2982171"/>
                </a:cubicBezTo>
                <a:cubicBezTo>
                  <a:pt x="1500275" y="2910840"/>
                  <a:pt x="14457" y="2978890"/>
                  <a:pt x="10941" y="2871943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Freeform: Shape 11">
            <a:extLst xmlns:a="http://schemas.openxmlformats.org/drawingml/2006/main">
              <a:ext uri="{FF2B5EF4-FFF2-40B4-BE49-F238E27FC236}">
                <a16:creationId xmlns:a16="http://schemas.microsoft.com/office/drawing/2014/main" id="{620E7251-7D68-ADE9-EBFD-8C96E6DB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58224" flipH="0" flipV="0">
            <a:off x="8325166" y="2282648"/>
            <a:ext cx="219549" cy="91105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</a:gdLst>
            <a:rect l="l" t="t" r="r" b="b"/>
            <a:pathLst>
              <a:path w="202239" h="91643">
                <a:moveTo>
                  <a:pt x="0" y="6914"/>
                </a:moveTo>
                <a:cubicBezTo>
                  <a:pt x="25926" y="61795"/>
                  <a:pt x="73464" y="92764"/>
                  <a:pt x="107170" y="91612"/>
                </a:cubicBezTo>
                <a:cubicBezTo>
                  <a:pt x="140876" y="90460"/>
                  <a:pt x="196335" y="69070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DE20D687-5676-A1DC-E1BD-3DCAC4F3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86966" flipH="0" flipV="1">
            <a:off x="8114107" y="1728764"/>
            <a:ext cx="303961" cy="35861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Freeform: Shape 13">
            <a:extLst xmlns:a="http://schemas.openxmlformats.org/drawingml/2006/main">
              <a:ext uri="{FF2B5EF4-FFF2-40B4-BE49-F238E27FC236}">
                <a16:creationId xmlns:a16="http://schemas.microsoft.com/office/drawing/2014/main" id="{C78CEED0-7BD6-2475-DDE7-BE60DBDF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86966" flipH="0" flipV="1">
            <a:off x="8139856" y="1950713"/>
            <a:ext cx="232483" cy="135748"/>
          </a:xfrm>
          <a:custGeom xmlns:a="http://schemas.openxmlformats.org/drawingml/2006/main">
            <a:gdLst>
              <a:gd name="connsiteX0" fmla="*/ 102196 w 191528"/>
              <a:gd name="connsiteY0" fmla="*/ 111835 h 111835"/>
              <a:gd name="connsiteX1" fmla="*/ 190731 w 191528"/>
              <a:gd name="connsiteY1" fmla="*/ 68568 h 111835"/>
              <a:gd name="connsiteX2" fmla="*/ 191528 w 191528"/>
              <a:gd name="connsiteY2" fmla="*/ 67173 h 111835"/>
              <a:gd name="connsiteX3" fmla="*/ 177867 w 191528"/>
              <a:gd name="connsiteY3" fmla="*/ 43267 h 111835"/>
              <a:gd name="connsiteX4" fmla="*/ 89332 w 191528"/>
              <a:gd name="connsiteY4" fmla="*/ 0 h 111835"/>
              <a:gd name="connsiteX5" fmla="*/ 797 w 191528"/>
              <a:gd name="connsiteY5" fmla="*/ 43267 h 111835"/>
              <a:gd name="connsiteX6" fmla="*/ 0 w 191528"/>
              <a:gd name="connsiteY6" fmla="*/ 44662 h 111835"/>
              <a:gd name="connsiteX7" fmla="*/ 13661 w 191528"/>
              <a:gd name="connsiteY7" fmla="*/ 68568 h 111835"/>
              <a:gd name="connsiteX8" fmla="*/ 102196 w 191528"/>
              <a:gd name="connsiteY8" fmla="*/ 111835 h 111835"/>
            </a:gdLst>
            <a:rect l="l" t="t" r="r" b="b"/>
            <a:pathLst>
              <a:path w="191528" h="111835">
                <a:moveTo>
                  <a:pt x="102196" y="111835"/>
                </a:moveTo>
                <a:cubicBezTo>
                  <a:pt x="136771" y="111835"/>
                  <a:pt x="168073" y="95301"/>
                  <a:pt x="190731" y="68568"/>
                </a:cubicBezTo>
                <a:lnTo>
                  <a:pt x="191528" y="67173"/>
                </a:lnTo>
                <a:lnTo>
                  <a:pt x="177867" y="43267"/>
                </a:lnTo>
                <a:cubicBezTo>
                  <a:pt x="155209" y="16534"/>
                  <a:pt x="123907" y="0"/>
                  <a:pt x="89332" y="0"/>
                </a:cubicBezTo>
                <a:cubicBezTo>
                  <a:pt x="54757" y="0"/>
                  <a:pt x="23455" y="16534"/>
                  <a:pt x="797" y="43267"/>
                </a:cubicBezTo>
                <a:lnTo>
                  <a:pt x="0" y="44662"/>
                </a:lnTo>
                <a:lnTo>
                  <a:pt x="13661" y="68568"/>
                </a:lnTo>
                <a:cubicBezTo>
                  <a:pt x="36319" y="95301"/>
                  <a:pt x="67621" y="111835"/>
                  <a:pt x="102196" y="111835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87C97EE4-DC55-00D0-5D5A-978D5349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86966" flipH="0" flipV="1">
            <a:off x="8539691" y="1796601"/>
            <a:ext cx="303961" cy="35861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Freeform: Shape 15">
            <a:extLst xmlns:a="http://schemas.openxmlformats.org/drawingml/2006/main">
              <a:ext uri="{FF2B5EF4-FFF2-40B4-BE49-F238E27FC236}">
                <a16:creationId xmlns:a16="http://schemas.microsoft.com/office/drawing/2014/main" id="{58BD5328-36E0-8D3D-9AC5-7441BBBC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86966" flipH="0" flipV="1">
            <a:off x="8565440" y="2018549"/>
            <a:ext cx="232483" cy="135748"/>
          </a:xfrm>
          <a:custGeom xmlns:a="http://schemas.openxmlformats.org/drawingml/2006/main">
            <a:gdLst>
              <a:gd name="connsiteX0" fmla="*/ 102196 w 191528"/>
              <a:gd name="connsiteY0" fmla="*/ 111835 h 111835"/>
              <a:gd name="connsiteX1" fmla="*/ 190731 w 191528"/>
              <a:gd name="connsiteY1" fmla="*/ 68568 h 111835"/>
              <a:gd name="connsiteX2" fmla="*/ 191528 w 191528"/>
              <a:gd name="connsiteY2" fmla="*/ 67173 h 111835"/>
              <a:gd name="connsiteX3" fmla="*/ 177867 w 191528"/>
              <a:gd name="connsiteY3" fmla="*/ 43267 h 111835"/>
              <a:gd name="connsiteX4" fmla="*/ 89332 w 191528"/>
              <a:gd name="connsiteY4" fmla="*/ 0 h 111835"/>
              <a:gd name="connsiteX5" fmla="*/ 797 w 191528"/>
              <a:gd name="connsiteY5" fmla="*/ 43267 h 111835"/>
              <a:gd name="connsiteX6" fmla="*/ 0 w 191528"/>
              <a:gd name="connsiteY6" fmla="*/ 44662 h 111835"/>
              <a:gd name="connsiteX7" fmla="*/ 13661 w 191528"/>
              <a:gd name="connsiteY7" fmla="*/ 68568 h 111835"/>
              <a:gd name="connsiteX8" fmla="*/ 102196 w 191528"/>
              <a:gd name="connsiteY8" fmla="*/ 111835 h 111835"/>
            </a:gdLst>
            <a:rect l="l" t="t" r="r" b="b"/>
            <a:pathLst>
              <a:path w="191528" h="111835">
                <a:moveTo>
                  <a:pt x="102196" y="111835"/>
                </a:moveTo>
                <a:cubicBezTo>
                  <a:pt x="136771" y="111835"/>
                  <a:pt x="168073" y="95301"/>
                  <a:pt x="190731" y="68568"/>
                </a:cubicBezTo>
                <a:lnTo>
                  <a:pt x="191528" y="67173"/>
                </a:lnTo>
                <a:lnTo>
                  <a:pt x="177867" y="43267"/>
                </a:lnTo>
                <a:cubicBezTo>
                  <a:pt x="155209" y="16534"/>
                  <a:pt x="123907" y="0"/>
                  <a:pt x="89332" y="0"/>
                </a:cubicBezTo>
                <a:cubicBezTo>
                  <a:pt x="54757" y="0"/>
                  <a:pt x="23455" y="16534"/>
                  <a:pt x="797" y="43267"/>
                </a:cubicBezTo>
                <a:lnTo>
                  <a:pt x="0" y="44662"/>
                </a:lnTo>
                <a:lnTo>
                  <a:pt x="13661" y="68568"/>
                </a:lnTo>
                <a:cubicBezTo>
                  <a:pt x="36319" y="95301"/>
                  <a:pt x="67621" y="111835"/>
                  <a:pt x="102196" y="111835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itle 22">
            <a:extLst xmlns:a="http://schemas.openxmlformats.org/drawingml/2006/main">
              <a:ext uri="{FF2B5EF4-FFF2-40B4-BE49-F238E27FC236}">
                <a16:creationId xmlns:a16="http://schemas.microsoft.com/office/drawing/2014/main" id="{0AD30B65-D9DC-054D-49C4-AE0D1ECCC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9660" y="1981200"/>
            <a:ext cx="5893516" cy="292125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200"/>
            </a:lvl1pPr>
          </a:lstStyle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25" name="Subtitle 2">
            <a:extLst xmlns:a="http://schemas.openxmlformats.org/drawingml/2006/main">
              <a:ext uri="{FF2B5EF4-FFF2-40B4-BE49-F238E27FC236}">
                <a16:creationId xmlns:a16="http://schemas.microsoft.com/office/drawing/2014/main" id="{CC0B5DB4-20B0-BFB3-1DE8-15B9B681E2A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99659" y="4902454"/>
            <a:ext cx="4898036" cy="1243513"/>
          </a:xfrm>
        </p:spPr>
        <p:txBody>
          <a:bodyPr xmlns:a="http://schemas.openxmlformats.org/drawingml/2006/main" vert="horz" lIns="91440" tIns="45720" rIns="91440" bIns="45720" anchor="t">
            <a:normAutofit/>
          </a:bodyPr>
          <a:lstStyle xmlns:a="http://schemas.openxmlformats.org/drawingml/2006/main">
            <a:lvl1pPr marL="0" indent="0">
              <a:lnSpc>
                <a:spcPct val="120000"/>
              </a:lnSpc>
              <a:spcBef>
                <a:spcPts val="0"/>
              </a:spcBef>
              <a:buNone/>
              <a:defRPr sz="1600" cap="none" baseline="0"/>
            </a:lvl1pPr>
          </a:lstStyle>
          <a:p xmlns:a="http://schemas.openxmlformats.org/drawingml/2006/main">
            <a:pPr lvl="0">
              <a:buNone/>
            </a:pPr>
            <a:r>
              <a:t>Clique para editar o estilo do subtítulo Mestre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914ACD6-E7C3-5888-56A4-A5758B74BB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00790" y="251847"/>
            <a:ext cx="325661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2BC67A-8ACB-271C-C3F7-FCA06B61BD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00790" y="6341919"/>
            <a:ext cx="1806461" cy="365125"/>
          </a:xfrm>
        </p:spPr>
        <p:txBody>
          <a:bodyPr xmlns:a="http://schemas.openxmlformats.org/drawingml/2006/main"/>
          <a:lstStyle xmlns:a="http://schemas.openxmlformats.org/drawingml/2006/main">
            <a:lvl1pPr algn="l">
              <a:buNone/>
              <a:defRPr/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7E34A-F1F5-10C0-05F1-52EBC543E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9" name="Freeform: Shape 8">
            <a:extLst xmlns:a="http://schemas.openxmlformats.org/drawingml/2006/main">
              <a:ext uri="{FF2B5EF4-FFF2-40B4-BE49-F238E27FC236}">
                <a16:creationId xmlns:a16="http://schemas.microsoft.com/office/drawing/2014/main" id="{EBE2C260-226F-0303-4884-7AAE4840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71834" flipH="0" flipV="1">
            <a:off x="8178315" y="4701550"/>
            <a:ext cx="2333558" cy="2005494"/>
          </a:xfrm>
          <a:custGeom xmlns:a="http://schemas.openxmlformats.org/drawingml/2006/main"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931 w 4806179"/>
              <a:gd name="connsiteY0" fmla="*/ 0 h 3062398"/>
              <a:gd name="connsiteX1" fmla="*/ 4798553 w 4806179"/>
              <a:gd name="connsiteY1" fmla="*/ 119992 h 3062398"/>
              <a:gd name="connsiteX2" fmla="*/ 4617528 w 4806179"/>
              <a:gd name="connsiteY2" fmla="*/ 856834 h 3062398"/>
              <a:gd name="connsiteX3" fmla="*/ 4456812 w 4806179"/>
              <a:gd name="connsiteY3" fmla="*/ 2022793 h 3062398"/>
              <a:gd name="connsiteX4" fmla="*/ 3916055 w 4806179"/>
              <a:gd name="connsiteY4" fmla="*/ 2591361 h 3062398"/>
              <a:gd name="connsiteX5" fmla="*/ 3172028 w 4806179"/>
              <a:gd name="connsiteY5" fmla="*/ 2933564 h 3062398"/>
              <a:gd name="connsiteX6" fmla="*/ 2247564 w 4806179"/>
              <a:gd name="connsiteY6" fmla="*/ 3062253 h 3062398"/>
              <a:gd name="connsiteX7" fmla="*/ 1394792 w 4806179"/>
              <a:gd name="connsiteY7" fmla="*/ 2945941 h 3062398"/>
              <a:gd name="connsiteX8" fmla="*/ 644792 w 4806179"/>
              <a:gd name="connsiteY8" fmla="*/ 2514496 h 3062398"/>
              <a:gd name="connsiteX9" fmla="*/ 155090 w 4806179"/>
              <a:gd name="connsiteY9" fmla="*/ 2010352 h 3062398"/>
              <a:gd name="connsiteX10" fmla="*/ 13821 w 4806179"/>
              <a:gd name="connsiteY10" fmla="*/ 1161870 h 3062398"/>
              <a:gd name="connsiteX11" fmla="*/ 1931 w 4806179"/>
              <a:gd name="connsiteY11" fmla="*/ 0 h 3062398"/>
              <a:gd name="connsiteX0" fmla="*/ 1931 w 4806180"/>
              <a:gd name="connsiteY0" fmla="*/ 0 h 3353180"/>
              <a:gd name="connsiteX1" fmla="*/ 4798553 w 4806180"/>
              <a:gd name="connsiteY1" fmla="*/ 119992 h 3353180"/>
              <a:gd name="connsiteX2" fmla="*/ 4617528 w 4806180"/>
              <a:gd name="connsiteY2" fmla="*/ 856834 h 3353180"/>
              <a:gd name="connsiteX3" fmla="*/ 4456812 w 4806180"/>
              <a:gd name="connsiteY3" fmla="*/ 2022793 h 3353180"/>
              <a:gd name="connsiteX4" fmla="*/ 3916055 w 4806180"/>
              <a:gd name="connsiteY4" fmla="*/ 2591361 h 3353180"/>
              <a:gd name="connsiteX5" fmla="*/ 3052098 w 4806180"/>
              <a:gd name="connsiteY5" fmla="*/ 3342938 h 3353180"/>
              <a:gd name="connsiteX6" fmla="*/ 2247564 w 4806180"/>
              <a:gd name="connsiteY6" fmla="*/ 3062253 h 3353180"/>
              <a:gd name="connsiteX7" fmla="*/ 1394792 w 4806180"/>
              <a:gd name="connsiteY7" fmla="*/ 2945941 h 3353180"/>
              <a:gd name="connsiteX8" fmla="*/ 644792 w 4806180"/>
              <a:gd name="connsiteY8" fmla="*/ 2514496 h 3353180"/>
              <a:gd name="connsiteX9" fmla="*/ 155090 w 4806180"/>
              <a:gd name="connsiteY9" fmla="*/ 2010352 h 3353180"/>
              <a:gd name="connsiteX10" fmla="*/ 13821 w 4806180"/>
              <a:gd name="connsiteY10" fmla="*/ 1161870 h 3353180"/>
              <a:gd name="connsiteX11" fmla="*/ 1931 w 4806180"/>
              <a:gd name="connsiteY11" fmla="*/ 0 h 3353180"/>
              <a:gd name="connsiteX0" fmla="*/ 1931 w 4806180"/>
              <a:gd name="connsiteY0" fmla="*/ 0 h 3353180"/>
              <a:gd name="connsiteX1" fmla="*/ 4798553 w 4806180"/>
              <a:gd name="connsiteY1" fmla="*/ 119992 h 3353180"/>
              <a:gd name="connsiteX2" fmla="*/ 4617528 w 4806180"/>
              <a:gd name="connsiteY2" fmla="*/ 856834 h 3353180"/>
              <a:gd name="connsiteX3" fmla="*/ 4456812 w 4806180"/>
              <a:gd name="connsiteY3" fmla="*/ 2022793 h 3353180"/>
              <a:gd name="connsiteX4" fmla="*/ 3916055 w 4806180"/>
              <a:gd name="connsiteY4" fmla="*/ 2591361 h 3353180"/>
              <a:gd name="connsiteX5" fmla="*/ 3052098 w 4806180"/>
              <a:gd name="connsiteY5" fmla="*/ 3342938 h 3353180"/>
              <a:gd name="connsiteX6" fmla="*/ 2247564 w 4806180"/>
              <a:gd name="connsiteY6" fmla="*/ 3062253 h 3353180"/>
              <a:gd name="connsiteX7" fmla="*/ 1394792 w 4806180"/>
              <a:gd name="connsiteY7" fmla="*/ 2945941 h 3353180"/>
              <a:gd name="connsiteX8" fmla="*/ 155090 w 4806180"/>
              <a:gd name="connsiteY8" fmla="*/ 2010352 h 3353180"/>
              <a:gd name="connsiteX9" fmla="*/ 13821 w 4806180"/>
              <a:gd name="connsiteY9" fmla="*/ 1161870 h 3353180"/>
              <a:gd name="connsiteX10" fmla="*/ 1931 w 4806180"/>
              <a:gd name="connsiteY10" fmla="*/ 0 h 3353180"/>
              <a:gd name="connsiteX0" fmla="*/ 1931 w 4806180"/>
              <a:gd name="connsiteY0" fmla="*/ 0 h 3353180"/>
              <a:gd name="connsiteX1" fmla="*/ 4798553 w 4806180"/>
              <a:gd name="connsiteY1" fmla="*/ 119992 h 3353180"/>
              <a:gd name="connsiteX2" fmla="*/ 4617528 w 4806180"/>
              <a:gd name="connsiteY2" fmla="*/ 856834 h 3353180"/>
              <a:gd name="connsiteX3" fmla="*/ 4456812 w 4806180"/>
              <a:gd name="connsiteY3" fmla="*/ 2022793 h 3353180"/>
              <a:gd name="connsiteX4" fmla="*/ 3916055 w 4806180"/>
              <a:gd name="connsiteY4" fmla="*/ 2591361 h 3353180"/>
              <a:gd name="connsiteX5" fmla="*/ 3052098 w 4806180"/>
              <a:gd name="connsiteY5" fmla="*/ 3342938 h 3353180"/>
              <a:gd name="connsiteX6" fmla="*/ 2247564 w 4806180"/>
              <a:gd name="connsiteY6" fmla="*/ 3062253 h 3353180"/>
              <a:gd name="connsiteX7" fmla="*/ 694383 w 4806180"/>
              <a:gd name="connsiteY7" fmla="*/ 3026148 h 3353180"/>
              <a:gd name="connsiteX8" fmla="*/ 155090 w 4806180"/>
              <a:gd name="connsiteY8" fmla="*/ 2010352 h 3353180"/>
              <a:gd name="connsiteX9" fmla="*/ 13821 w 4806180"/>
              <a:gd name="connsiteY9" fmla="*/ 1161870 h 3353180"/>
              <a:gd name="connsiteX10" fmla="*/ 1931 w 4806180"/>
              <a:gd name="connsiteY10" fmla="*/ 0 h 3353180"/>
              <a:gd name="connsiteX0" fmla="*/ 1931 w 4806180"/>
              <a:gd name="connsiteY0" fmla="*/ 0 h 3371637"/>
              <a:gd name="connsiteX1" fmla="*/ 4798553 w 4806180"/>
              <a:gd name="connsiteY1" fmla="*/ 119992 h 3371637"/>
              <a:gd name="connsiteX2" fmla="*/ 4617528 w 4806180"/>
              <a:gd name="connsiteY2" fmla="*/ 856834 h 3371637"/>
              <a:gd name="connsiteX3" fmla="*/ 4456812 w 4806180"/>
              <a:gd name="connsiteY3" fmla="*/ 2022793 h 3371637"/>
              <a:gd name="connsiteX4" fmla="*/ 3916055 w 4806180"/>
              <a:gd name="connsiteY4" fmla="*/ 2591361 h 3371637"/>
              <a:gd name="connsiteX5" fmla="*/ 3052098 w 4806180"/>
              <a:gd name="connsiteY5" fmla="*/ 3342938 h 3371637"/>
              <a:gd name="connsiteX6" fmla="*/ 2083888 w 4806180"/>
              <a:gd name="connsiteY6" fmla="*/ 3325681 h 3371637"/>
              <a:gd name="connsiteX7" fmla="*/ 694383 w 4806180"/>
              <a:gd name="connsiteY7" fmla="*/ 3026148 h 3371637"/>
              <a:gd name="connsiteX8" fmla="*/ 155090 w 4806180"/>
              <a:gd name="connsiteY8" fmla="*/ 2010352 h 3371637"/>
              <a:gd name="connsiteX9" fmla="*/ 13821 w 4806180"/>
              <a:gd name="connsiteY9" fmla="*/ 1161870 h 3371637"/>
              <a:gd name="connsiteX10" fmla="*/ 1931 w 4806180"/>
              <a:gd name="connsiteY10" fmla="*/ 0 h 3371637"/>
              <a:gd name="connsiteX0" fmla="*/ 1931 w 4806180"/>
              <a:gd name="connsiteY0" fmla="*/ 0 h 3371636"/>
              <a:gd name="connsiteX1" fmla="*/ 4798553 w 4806180"/>
              <a:gd name="connsiteY1" fmla="*/ 119992 h 3371636"/>
              <a:gd name="connsiteX2" fmla="*/ 4617528 w 4806180"/>
              <a:gd name="connsiteY2" fmla="*/ 856834 h 3371636"/>
              <a:gd name="connsiteX3" fmla="*/ 4456812 w 4806180"/>
              <a:gd name="connsiteY3" fmla="*/ 2022793 h 3371636"/>
              <a:gd name="connsiteX4" fmla="*/ 3626717 w 4806180"/>
              <a:gd name="connsiteY4" fmla="*/ 3122120 h 3371636"/>
              <a:gd name="connsiteX5" fmla="*/ 3052098 w 4806180"/>
              <a:gd name="connsiteY5" fmla="*/ 3342938 h 3371636"/>
              <a:gd name="connsiteX6" fmla="*/ 2083888 w 4806180"/>
              <a:gd name="connsiteY6" fmla="*/ 3325681 h 3371636"/>
              <a:gd name="connsiteX7" fmla="*/ 694383 w 4806180"/>
              <a:gd name="connsiteY7" fmla="*/ 3026148 h 3371636"/>
              <a:gd name="connsiteX8" fmla="*/ 155090 w 4806180"/>
              <a:gd name="connsiteY8" fmla="*/ 2010352 h 3371636"/>
              <a:gd name="connsiteX9" fmla="*/ 13821 w 4806180"/>
              <a:gd name="connsiteY9" fmla="*/ 1161870 h 3371636"/>
              <a:gd name="connsiteX10" fmla="*/ 1931 w 4806180"/>
              <a:gd name="connsiteY10" fmla="*/ 0 h 3371636"/>
              <a:gd name="connsiteX0" fmla="*/ 1931 w 4806180"/>
              <a:gd name="connsiteY0" fmla="*/ 0 h 3371636"/>
              <a:gd name="connsiteX1" fmla="*/ 4798553 w 4806180"/>
              <a:gd name="connsiteY1" fmla="*/ 119992 h 3371636"/>
              <a:gd name="connsiteX2" fmla="*/ 4617528 w 4806180"/>
              <a:gd name="connsiteY2" fmla="*/ 856834 h 3371636"/>
              <a:gd name="connsiteX3" fmla="*/ 4272451 w 4806180"/>
              <a:gd name="connsiteY3" fmla="*/ 2145315 h 3371636"/>
              <a:gd name="connsiteX4" fmla="*/ 3626717 w 4806180"/>
              <a:gd name="connsiteY4" fmla="*/ 3122120 h 3371636"/>
              <a:gd name="connsiteX5" fmla="*/ 3052098 w 4806180"/>
              <a:gd name="connsiteY5" fmla="*/ 3342938 h 3371636"/>
              <a:gd name="connsiteX6" fmla="*/ 2083888 w 4806180"/>
              <a:gd name="connsiteY6" fmla="*/ 3325681 h 3371636"/>
              <a:gd name="connsiteX7" fmla="*/ 694383 w 4806180"/>
              <a:gd name="connsiteY7" fmla="*/ 3026148 h 3371636"/>
              <a:gd name="connsiteX8" fmla="*/ 155090 w 4806180"/>
              <a:gd name="connsiteY8" fmla="*/ 2010352 h 3371636"/>
              <a:gd name="connsiteX9" fmla="*/ 13821 w 4806180"/>
              <a:gd name="connsiteY9" fmla="*/ 1161870 h 3371636"/>
              <a:gd name="connsiteX10" fmla="*/ 1931 w 4806180"/>
              <a:gd name="connsiteY10" fmla="*/ 0 h 3371636"/>
              <a:gd name="connsiteX0" fmla="*/ 1931 w 4811631"/>
              <a:gd name="connsiteY0" fmla="*/ 0 h 3371636"/>
              <a:gd name="connsiteX1" fmla="*/ 4798553 w 4811631"/>
              <a:gd name="connsiteY1" fmla="*/ 119992 h 3371636"/>
              <a:gd name="connsiteX2" fmla="*/ 4617528 w 4811631"/>
              <a:gd name="connsiteY2" fmla="*/ 856834 h 3371636"/>
              <a:gd name="connsiteX3" fmla="*/ 4272451 w 4811631"/>
              <a:gd name="connsiteY3" fmla="*/ 2145315 h 3371636"/>
              <a:gd name="connsiteX4" fmla="*/ 3626717 w 4811631"/>
              <a:gd name="connsiteY4" fmla="*/ 3122120 h 3371636"/>
              <a:gd name="connsiteX5" fmla="*/ 3052098 w 4811631"/>
              <a:gd name="connsiteY5" fmla="*/ 3342938 h 3371636"/>
              <a:gd name="connsiteX6" fmla="*/ 2083888 w 4811631"/>
              <a:gd name="connsiteY6" fmla="*/ 3325681 h 3371636"/>
              <a:gd name="connsiteX7" fmla="*/ 694383 w 4811631"/>
              <a:gd name="connsiteY7" fmla="*/ 3026148 h 3371636"/>
              <a:gd name="connsiteX8" fmla="*/ 155090 w 4811631"/>
              <a:gd name="connsiteY8" fmla="*/ 2010352 h 3371636"/>
              <a:gd name="connsiteX9" fmla="*/ 13821 w 4811631"/>
              <a:gd name="connsiteY9" fmla="*/ 1161870 h 3371636"/>
              <a:gd name="connsiteX10" fmla="*/ 1931 w 4811631"/>
              <a:gd name="connsiteY10" fmla="*/ 0 h 3371636"/>
              <a:gd name="connsiteX0" fmla="*/ 1931 w 4811631"/>
              <a:gd name="connsiteY0" fmla="*/ 0 h 3371636"/>
              <a:gd name="connsiteX1" fmla="*/ 4798553 w 4811631"/>
              <a:gd name="connsiteY1" fmla="*/ 119992 h 3371636"/>
              <a:gd name="connsiteX2" fmla="*/ 4617528 w 4811631"/>
              <a:gd name="connsiteY2" fmla="*/ 856834 h 3371636"/>
              <a:gd name="connsiteX3" fmla="*/ 4272451 w 4811631"/>
              <a:gd name="connsiteY3" fmla="*/ 2145315 h 3371636"/>
              <a:gd name="connsiteX4" fmla="*/ 3626717 w 4811631"/>
              <a:gd name="connsiteY4" fmla="*/ 3122120 h 3371636"/>
              <a:gd name="connsiteX5" fmla="*/ 3052098 w 4811631"/>
              <a:gd name="connsiteY5" fmla="*/ 3342938 h 3371636"/>
              <a:gd name="connsiteX6" fmla="*/ 2083888 w 4811631"/>
              <a:gd name="connsiteY6" fmla="*/ 3325681 h 3371636"/>
              <a:gd name="connsiteX7" fmla="*/ 694383 w 4811631"/>
              <a:gd name="connsiteY7" fmla="*/ 3026148 h 3371636"/>
              <a:gd name="connsiteX8" fmla="*/ 155090 w 4811631"/>
              <a:gd name="connsiteY8" fmla="*/ 2010352 h 3371636"/>
              <a:gd name="connsiteX9" fmla="*/ 13821 w 4811631"/>
              <a:gd name="connsiteY9" fmla="*/ 1161870 h 3371636"/>
              <a:gd name="connsiteX10" fmla="*/ 1931 w 4811631"/>
              <a:gd name="connsiteY10" fmla="*/ 0 h 3371636"/>
              <a:gd name="connsiteX0" fmla="*/ 1931 w 4811631"/>
              <a:gd name="connsiteY0" fmla="*/ 0 h 3371636"/>
              <a:gd name="connsiteX1" fmla="*/ 4798553 w 4811631"/>
              <a:gd name="connsiteY1" fmla="*/ 119992 h 3371636"/>
              <a:gd name="connsiteX2" fmla="*/ 4617528 w 4811631"/>
              <a:gd name="connsiteY2" fmla="*/ 856834 h 3371636"/>
              <a:gd name="connsiteX3" fmla="*/ 4272451 w 4811631"/>
              <a:gd name="connsiteY3" fmla="*/ 2145315 h 3371636"/>
              <a:gd name="connsiteX4" fmla="*/ 3626717 w 4811631"/>
              <a:gd name="connsiteY4" fmla="*/ 3122120 h 3371636"/>
              <a:gd name="connsiteX5" fmla="*/ 3052098 w 4811631"/>
              <a:gd name="connsiteY5" fmla="*/ 3342938 h 3371636"/>
              <a:gd name="connsiteX6" fmla="*/ 2083888 w 4811631"/>
              <a:gd name="connsiteY6" fmla="*/ 3325681 h 3371636"/>
              <a:gd name="connsiteX7" fmla="*/ 694383 w 4811631"/>
              <a:gd name="connsiteY7" fmla="*/ 3026148 h 3371636"/>
              <a:gd name="connsiteX8" fmla="*/ 155090 w 4811631"/>
              <a:gd name="connsiteY8" fmla="*/ 2010352 h 3371636"/>
              <a:gd name="connsiteX9" fmla="*/ 13821 w 4811631"/>
              <a:gd name="connsiteY9" fmla="*/ 1161870 h 3371636"/>
              <a:gd name="connsiteX10" fmla="*/ 1931 w 4811631"/>
              <a:gd name="connsiteY10" fmla="*/ 0 h 3371636"/>
              <a:gd name="connsiteX0" fmla="*/ 458876 w 4799215"/>
              <a:gd name="connsiteY0" fmla="*/ 0 h 3264725"/>
              <a:gd name="connsiteX1" fmla="*/ 4786137 w 4799215"/>
              <a:gd name="connsiteY1" fmla="*/ 13081 h 3264725"/>
              <a:gd name="connsiteX2" fmla="*/ 4605112 w 4799215"/>
              <a:gd name="connsiteY2" fmla="*/ 749923 h 3264725"/>
              <a:gd name="connsiteX3" fmla="*/ 4260035 w 4799215"/>
              <a:gd name="connsiteY3" fmla="*/ 2038404 h 3264725"/>
              <a:gd name="connsiteX4" fmla="*/ 3614301 w 4799215"/>
              <a:gd name="connsiteY4" fmla="*/ 3015209 h 3264725"/>
              <a:gd name="connsiteX5" fmla="*/ 3039682 w 4799215"/>
              <a:gd name="connsiteY5" fmla="*/ 3236027 h 3264725"/>
              <a:gd name="connsiteX6" fmla="*/ 2071472 w 4799215"/>
              <a:gd name="connsiteY6" fmla="*/ 3218770 h 3264725"/>
              <a:gd name="connsiteX7" fmla="*/ 681967 w 4799215"/>
              <a:gd name="connsiteY7" fmla="*/ 2919237 h 3264725"/>
              <a:gd name="connsiteX8" fmla="*/ 142674 w 4799215"/>
              <a:gd name="connsiteY8" fmla="*/ 1903441 h 3264725"/>
              <a:gd name="connsiteX9" fmla="*/ 1405 w 4799215"/>
              <a:gd name="connsiteY9" fmla="*/ 1054959 h 3264725"/>
              <a:gd name="connsiteX10" fmla="*/ 458876 w 4799215"/>
              <a:gd name="connsiteY10" fmla="*/ 0 h 3264725"/>
              <a:gd name="connsiteX0" fmla="*/ 321708 w 4662047"/>
              <a:gd name="connsiteY0" fmla="*/ 0 h 3264725"/>
              <a:gd name="connsiteX1" fmla="*/ 4648969 w 4662047"/>
              <a:gd name="connsiteY1" fmla="*/ 13081 h 3264725"/>
              <a:gd name="connsiteX2" fmla="*/ 4467944 w 4662047"/>
              <a:gd name="connsiteY2" fmla="*/ 749923 h 3264725"/>
              <a:gd name="connsiteX3" fmla="*/ 4122867 w 4662047"/>
              <a:gd name="connsiteY3" fmla="*/ 2038404 h 3264725"/>
              <a:gd name="connsiteX4" fmla="*/ 3477133 w 4662047"/>
              <a:gd name="connsiteY4" fmla="*/ 3015209 h 3264725"/>
              <a:gd name="connsiteX5" fmla="*/ 2902514 w 4662047"/>
              <a:gd name="connsiteY5" fmla="*/ 3236027 h 3264725"/>
              <a:gd name="connsiteX6" fmla="*/ 1934304 w 4662047"/>
              <a:gd name="connsiteY6" fmla="*/ 3218770 h 3264725"/>
              <a:gd name="connsiteX7" fmla="*/ 544799 w 4662047"/>
              <a:gd name="connsiteY7" fmla="*/ 2919237 h 3264725"/>
              <a:gd name="connsiteX8" fmla="*/ 5506 w 4662047"/>
              <a:gd name="connsiteY8" fmla="*/ 1903441 h 3264725"/>
              <a:gd name="connsiteX9" fmla="*/ 69984 w 4662047"/>
              <a:gd name="connsiteY9" fmla="*/ 1161492 h 3264725"/>
              <a:gd name="connsiteX10" fmla="*/ 321708 w 4662047"/>
              <a:gd name="connsiteY10" fmla="*/ 0 h 3264725"/>
              <a:gd name="connsiteX0" fmla="*/ 321708 w 4662047"/>
              <a:gd name="connsiteY0" fmla="*/ 0 h 3264725"/>
              <a:gd name="connsiteX1" fmla="*/ 4648969 w 4662047"/>
              <a:gd name="connsiteY1" fmla="*/ 13081 h 3264725"/>
              <a:gd name="connsiteX2" fmla="*/ 4467944 w 4662047"/>
              <a:gd name="connsiteY2" fmla="*/ 749923 h 3264725"/>
              <a:gd name="connsiteX3" fmla="*/ 4122867 w 4662047"/>
              <a:gd name="connsiteY3" fmla="*/ 2038404 h 3264725"/>
              <a:gd name="connsiteX4" fmla="*/ 3477133 w 4662047"/>
              <a:gd name="connsiteY4" fmla="*/ 3015209 h 3264725"/>
              <a:gd name="connsiteX5" fmla="*/ 2902514 w 4662047"/>
              <a:gd name="connsiteY5" fmla="*/ 3236027 h 3264725"/>
              <a:gd name="connsiteX6" fmla="*/ 1934304 w 4662047"/>
              <a:gd name="connsiteY6" fmla="*/ 3218770 h 3264725"/>
              <a:gd name="connsiteX7" fmla="*/ 544799 w 4662047"/>
              <a:gd name="connsiteY7" fmla="*/ 2919237 h 3264725"/>
              <a:gd name="connsiteX8" fmla="*/ 5506 w 4662047"/>
              <a:gd name="connsiteY8" fmla="*/ 1903441 h 3264725"/>
              <a:gd name="connsiteX9" fmla="*/ 69984 w 4662047"/>
              <a:gd name="connsiteY9" fmla="*/ 1161492 h 3264725"/>
              <a:gd name="connsiteX10" fmla="*/ 321708 w 4662047"/>
              <a:gd name="connsiteY10" fmla="*/ 0 h 3264725"/>
              <a:gd name="connsiteX0" fmla="*/ 258034 w 4598373"/>
              <a:gd name="connsiteY0" fmla="*/ 0 h 3264725"/>
              <a:gd name="connsiteX1" fmla="*/ 4585295 w 4598373"/>
              <a:gd name="connsiteY1" fmla="*/ 13081 h 3264725"/>
              <a:gd name="connsiteX2" fmla="*/ 4404270 w 4598373"/>
              <a:gd name="connsiteY2" fmla="*/ 749923 h 3264725"/>
              <a:gd name="connsiteX3" fmla="*/ 4059193 w 4598373"/>
              <a:gd name="connsiteY3" fmla="*/ 2038404 h 3264725"/>
              <a:gd name="connsiteX4" fmla="*/ 3413459 w 4598373"/>
              <a:gd name="connsiteY4" fmla="*/ 3015209 h 3264725"/>
              <a:gd name="connsiteX5" fmla="*/ 2838840 w 4598373"/>
              <a:gd name="connsiteY5" fmla="*/ 3236027 h 3264725"/>
              <a:gd name="connsiteX6" fmla="*/ 1870630 w 4598373"/>
              <a:gd name="connsiteY6" fmla="*/ 3218770 h 3264725"/>
              <a:gd name="connsiteX7" fmla="*/ 481125 w 4598373"/>
              <a:gd name="connsiteY7" fmla="*/ 2919237 h 3264725"/>
              <a:gd name="connsiteX8" fmla="*/ 6310 w 4598373"/>
              <a:gd name="connsiteY8" fmla="*/ 1161492 h 3264725"/>
              <a:gd name="connsiteX9" fmla="*/ 258034 w 4598373"/>
              <a:gd name="connsiteY9" fmla="*/ 0 h 3264725"/>
              <a:gd name="connsiteX0" fmla="*/ 258034 w 4798051"/>
              <a:gd name="connsiteY0" fmla="*/ 0 h 3264725"/>
              <a:gd name="connsiteX1" fmla="*/ 4585295 w 4798051"/>
              <a:gd name="connsiteY1" fmla="*/ 13081 h 3264725"/>
              <a:gd name="connsiteX2" fmla="*/ 4059193 w 4798051"/>
              <a:gd name="connsiteY2" fmla="*/ 2038404 h 3264725"/>
              <a:gd name="connsiteX3" fmla="*/ 3413459 w 4798051"/>
              <a:gd name="connsiteY3" fmla="*/ 3015209 h 3264725"/>
              <a:gd name="connsiteX4" fmla="*/ 2838840 w 4798051"/>
              <a:gd name="connsiteY4" fmla="*/ 3236027 h 3264725"/>
              <a:gd name="connsiteX5" fmla="*/ 1870630 w 4798051"/>
              <a:gd name="connsiteY5" fmla="*/ 3218770 h 3264725"/>
              <a:gd name="connsiteX6" fmla="*/ 481125 w 4798051"/>
              <a:gd name="connsiteY6" fmla="*/ 2919237 h 3264725"/>
              <a:gd name="connsiteX7" fmla="*/ 6310 w 4798051"/>
              <a:gd name="connsiteY7" fmla="*/ 1161492 h 3264725"/>
              <a:gd name="connsiteX8" fmla="*/ 258034 w 4798051"/>
              <a:gd name="connsiteY8" fmla="*/ 0 h 3264725"/>
              <a:gd name="connsiteX0" fmla="*/ 258034 w 4585296"/>
              <a:gd name="connsiteY0" fmla="*/ 0 h 3264725"/>
              <a:gd name="connsiteX1" fmla="*/ 4585295 w 4585296"/>
              <a:gd name="connsiteY1" fmla="*/ 13081 h 3264725"/>
              <a:gd name="connsiteX2" fmla="*/ 4059193 w 4585296"/>
              <a:gd name="connsiteY2" fmla="*/ 2038404 h 3264725"/>
              <a:gd name="connsiteX3" fmla="*/ 3413459 w 4585296"/>
              <a:gd name="connsiteY3" fmla="*/ 3015209 h 3264725"/>
              <a:gd name="connsiteX4" fmla="*/ 2838840 w 4585296"/>
              <a:gd name="connsiteY4" fmla="*/ 3236027 h 3264725"/>
              <a:gd name="connsiteX5" fmla="*/ 1870630 w 4585296"/>
              <a:gd name="connsiteY5" fmla="*/ 3218770 h 3264725"/>
              <a:gd name="connsiteX6" fmla="*/ 481125 w 4585296"/>
              <a:gd name="connsiteY6" fmla="*/ 2919237 h 3264725"/>
              <a:gd name="connsiteX7" fmla="*/ 6310 w 4585296"/>
              <a:gd name="connsiteY7" fmla="*/ 1161492 h 3264725"/>
              <a:gd name="connsiteX8" fmla="*/ 258034 w 4585296"/>
              <a:gd name="connsiteY8" fmla="*/ 0 h 3264725"/>
              <a:gd name="connsiteX0" fmla="*/ 258034 w 4585295"/>
              <a:gd name="connsiteY0" fmla="*/ 0 h 3292087"/>
              <a:gd name="connsiteX1" fmla="*/ 4585295 w 4585295"/>
              <a:gd name="connsiteY1" fmla="*/ 13081 h 3292087"/>
              <a:gd name="connsiteX2" fmla="*/ 4059193 w 4585295"/>
              <a:gd name="connsiteY2" fmla="*/ 2038404 h 3292087"/>
              <a:gd name="connsiteX3" fmla="*/ 3413459 w 4585295"/>
              <a:gd name="connsiteY3" fmla="*/ 3015209 h 3292087"/>
              <a:gd name="connsiteX4" fmla="*/ 2838840 w 4585295"/>
              <a:gd name="connsiteY4" fmla="*/ 3236027 h 3292087"/>
              <a:gd name="connsiteX5" fmla="*/ 1899983 w 4585295"/>
              <a:gd name="connsiteY5" fmla="*/ 3291175 h 3292087"/>
              <a:gd name="connsiteX6" fmla="*/ 481125 w 4585295"/>
              <a:gd name="connsiteY6" fmla="*/ 2919237 h 3292087"/>
              <a:gd name="connsiteX7" fmla="*/ 6310 w 4585295"/>
              <a:gd name="connsiteY7" fmla="*/ 1161492 h 3292087"/>
              <a:gd name="connsiteX8" fmla="*/ 258034 w 4585295"/>
              <a:gd name="connsiteY8" fmla="*/ 0 h 3292087"/>
              <a:gd name="connsiteX0" fmla="*/ 258034 w 4585295"/>
              <a:gd name="connsiteY0" fmla="*/ 0 h 3292087"/>
              <a:gd name="connsiteX1" fmla="*/ 4585295 w 4585295"/>
              <a:gd name="connsiteY1" fmla="*/ 13081 h 3292087"/>
              <a:gd name="connsiteX2" fmla="*/ 4059193 w 4585295"/>
              <a:gd name="connsiteY2" fmla="*/ 2038404 h 3292087"/>
              <a:gd name="connsiteX3" fmla="*/ 3413459 w 4585295"/>
              <a:gd name="connsiteY3" fmla="*/ 3015209 h 3292087"/>
              <a:gd name="connsiteX4" fmla="*/ 2838840 w 4585295"/>
              <a:gd name="connsiteY4" fmla="*/ 3236027 h 3292087"/>
              <a:gd name="connsiteX5" fmla="*/ 1899983 w 4585295"/>
              <a:gd name="connsiteY5" fmla="*/ 3291175 h 3292087"/>
              <a:gd name="connsiteX6" fmla="*/ 481125 w 4585295"/>
              <a:gd name="connsiteY6" fmla="*/ 2919237 h 3292087"/>
              <a:gd name="connsiteX7" fmla="*/ 6310 w 4585295"/>
              <a:gd name="connsiteY7" fmla="*/ 1161492 h 3292087"/>
              <a:gd name="connsiteX8" fmla="*/ 258034 w 4585295"/>
              <a:gd name="connsiteY8" fmla="*/ 0 h 3292087"/>
              <a:gd name="connsiteX0" fmla="*/ 181940 w 4594182"/>
              <a:gd name="connsiteY0" fmla="*/ 0 h 3557030"/>
              <a:gd name="connsiteX1" fmla="*/ 4594182 w 4594182"/>
              <a:gd name="connsiteY1" fmla="*/ 278024 h 3557030"/>
              <a:gd name="connsiteX2" fmla="*/ 4068080 w 4594182"/>
              <a:gd name="connsiteY2" fmla="*/ 2303347 h 3557030"/>
              <a:gd name="connsiteX3" fmla="*/ 3422346 w 4594182"/>
              <a:gd name="connsiteY3" fmla="*/ 3280152 h 3557030"/>
              <a:gd name="connsiteX4" fmla="*/ 2847727 w 4594182"/>
              <a:gd name="connsiteY4" fmla="*/ 3500970 h 3557030"/>
              <a:gd name="connsiteX5" fmla="*/ 1908870 w 4594182"/>
              <a:gd name="connsiteY5" fmla="*/ 3556118 h 3557030"/>
              <a:gd name="connsiteX6" fmla="*/ 490012 w 4594182"/>
              <a:gd name="connsiteY6" fmla="*/ 3184180 h 3557030"/>
              <a:gd name="connsiteX7" fmla="*/ 15197 w 4594182"/>
              <a:gd name="connsiteY7" fmla="*/ 1426435 h 3557030"/>
              <a:gd name="connsiteX8" fmla="*/ 181940 w 4594182"/>
              <a:gd name="connsiteY8" fmla="*/ 0 h 3557030"/>
            </a:gdLst>
            <a:rect l="l" t="t" r="r" b="b"/>
            <a:pathLst>
              <a:path w="4594182" h="3557030">
                <a:moveTo>
                  <a:pt x="181940" y="0"/>
                </a:moveTo>
                <a:lnTo>
                  <a:pt x="4594182" y="278024"/>
                </a:lnTo>
                <a:cubicBezTo>
                  <a:pt x="4458665" y="1334125"/>
                  <a:pt x="4263386" y="1802992"/>
                  <a:pt x="4068080" y="2303347"/>
                </a:cubicBezTo>
                <a:cubicBezTo>
                  <a:pt x="4043469" y="2399936"/>
                  <a:pt x="3563939" y="3154715"/>
                  <a:pt x="3422346" y="3280152"/>
                </a:cubicBezTo>
                <a:cubicBezTo>
                  <a:pt x="3310672" y="3373178"/>
                  <a:pt x="3030354" y="3432752"/>
                  <a:pt x="2847727" y="3500970"/>
                </a:cubicBezTo>
                <a:cubicBezTo>
                  <a:pt x="2472767" y="3575671"/>
                  <a:pt x="2171596" y="3552975"/>
                  <a:pt x="1908870" y="3556118"/>
                </a:cubicBezTo>
                <a:cubicBezTo>
                  <a:pt x="1646144" y="3559261"/>
                  <a:pt x="728648" y="3255485"/>
                  <a:pt x="490012" y="3184180"/>
                </a:cubicBezTo>
                <a:cubicBezTo>
                  <a:pt x="11986" y="2501181"/>
                  <a:pt x="52379" y="1912974"/>
                  <a:pt x="15197" y="1426435"/>
                </a:cubicBezTo>
                <a:cubicBezTo>
                  <a:pt x="-16128" y="1155428"/>
                  <a:pt x="-15596" y="539629"/>
                  <a:pt x="181940" y="0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870E2107-B25C-7D66-0A22-2D3F858C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2558218" y="5332103"/>
            <a:ext cx="315468" cy="37219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Freeform: Shape 18">
            <a:extLst xmlns:a="http://schemas.openxmlformats.org/drawingml/2006/main">
              <a:ext uri="{FF2B5EF4-FFF2-40B4-BE49-F238E27FC236}">
                <a16:creationId xmlns:a16="http://schemas.microsoft.com/office/drawing/2014/main" id="{B357750C-FE1E-96E9-9035-CE1F425D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2440773" y="5332103"/>
            <a:ext cx="189898" cy="168534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4AFE9603-9748-1035-C828-C59E183C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998962" y="5235409"/>
            <a:ext cx="315468" cy="37219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Freeform: Shape 20">
            <a:extLst xmlns:a="http://schemas.openxmlformats.org/drawingml/2006/main">
              <a:ext uri="{FF2B5EF4-FFF2-40B4-BE49-F238E27FC236}">
                <a16:creationId xmlns:a16="http://schemas.microsoft.com/office/drawing/2014/main" id="{452D3419-4F1B-0681-7E92-D953FA85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879892" y="5235409"/>
            <a:ext cx="189898" cy="168534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Freeform: Shape 21">
            <a:extLst xmlns:a="http://schemas.openxmlformats.org/drawingml/2006/main">
              <a:ext uri="{FF2B5EF4-FFF2-40B4-BE49-F238E27FC236}">
                <a16:creationId xmlns:a16="http://schemas.microsoft.com/office/drawing/2014/main" id="{1271D20E-EB91-A613-FA0E-F7EC22C7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2157830" y="5555898"/>
            <a:ext cx="117865" cy="53409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</a:gdLst>
            <a:rect l="l" t="t" r="r" b="b"/>
            <a:pathLst>
              <a:path w="202239" h="91643">
                <a:moveTo>
                  <a:pt x="0" y="6914"/>
                </a:moveTo>
                <a:cubicBezTo>
                  <a:pt x="25926" y="61795"/>
                  <a:pt x="73464" y="92764"/>
                  <a:pt x="107170" y="91612"/>
                </a:cubicBezTo>
                <a:cubicBezTo>
                  <a:pt x="140876" y="90460"/>
                  <a:pt x="196335" y="69070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A7B1CF-2791-AE81-4CE4-265E61111F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9660" y="502920"/>
            <a:ext cx="10515600" cy="97840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D628F3-BE4E-C904-CB09-2ED57B3D46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99660" y="1511748"/>
            <a:ext cx="10515600" cy="459943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EEE4F20-0666-E738-7D6B-45FE53B2D2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25C0C3-F29F-DD22-4617-DF238580D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98DB3A-BD63-171C-60F7-DEDCA8FFE4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3C0CD0-29CC-DED1-1E10-04F93101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>
              <a:lumMod val="90000"/>
              <a:alpha val="6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bg2"/>
              </a:solidFill>
            </a:endParaRPr>
          </a:p>
        </p:txBody>
      </p:sp>
      <p:sp>
        <p:nvSpPr>
          <p:cNvPr id="12" name="Title 11">
            <a:extLst xmlns:a="http://schemas.openxmlformats.org/drawingml/2006/main">
              <a:ext uri="{FF2B5EF4-FFF2-40B4-BE49-F238E27FC236}">
                <a16:creationId xmlns:a16="http://schemas.microsoft.com/office/drawing/2014/main" id="{A626A3F4-4399-C1D0-2100-F8E7625C98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9660" y="1133061"/>
            <a:ext cx="4576888" cy="3588027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buNone/>
              <a:defRPr sz="7200"/>
            </a:lvl1pPr>
          </a:lstStyle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14" name="Subtitle 2">
            <a:extLst xmlns:a="http://schemas.openxmlformats.org/drawingml/2006/main">
              <a:ext uri="{FF2B5EF4-FFF2-40B4-BE49-F238E27FC236}">
                <a16:creationId xmlns:a16="http://schemas.microsoft.com/office/drawing/2014/main" id="{52F83225-AEA2-08E6-5367-5F7DD64A5A7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99659" y="4721088"/>
            <a:ext cx="4298593" cy="1003852"/>
          </a:xfrm>
        </p:spPr>
        <p:txBody>
          <a:bodyPr xmlns:a="http://schemas.openxmlformats.org/drawingml/2006/main" vert="horz" lIns="91440" tIns="45720" rIns="91440" bIns="45720" anchor="b">
            <a:normAutofit/>
          </a:bodyPr>
          <a:lstStyle xmlns:a="http://schemas.openxmlformats.org/drawingml/2006/main">
            <a:lvl1pPr marL="0" indent="0">
              <a:lnSpc>
                <a:spcPct val="120000"/>
              </a:lnSpc>
              <a:spcBef>
                <a:spcPts val="0"/>
              </a:spcBef>
              <a:buNone/>
              <a:defRPr sz="1600" cap="none" baseline="0"/>
            </a:lvl1pPr>
          </a:lstStyle>
          <a:p xmlns:a="http://schemas.openxmlformats.org/drawingml/2006/main">
            <a:pPr lvl="0">
              <a:buNone/>
            </a:pPr>
            <a:r>
              <a:t>Clique para editar o estilo do subtítulo Mestre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914ACD6-E7C3-5888-56A4-A5758B74BB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00790" y="256032"/>
            <a:ext cx="325661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2BC67A-8ACB-271C-C3F7-FCA06B61BD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00790" y="6341919"/>
            <a:ext cx="1806461" cy="365125"/>
          </a:xfrm>
        </p:spPr>
        <p:txBody>
          <a:bodyPr xmlns:a="http://schemas.openxmlformats.org/drawingml/2006/main"/>
          <a:lstStyle xmlns:a="http://schemas.openxmlformats.org/drawingml/2006/main">
            <a:lvl1pPr algn="l">
              <a:buNone/>
              <a:defRPr/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7E34A-F1F5-10C0-05F1-52EBC543E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23" name="Picture Placeholder 9">
            <a:extLst xmlns:a="http://schemas.openxmlformats.org/drawingml/2006/main">
              <a:ext uri="{FF2B5EF4-FFF2-40B4-BE49-F238E27FC236}">
                <a16:creationId xmlns:a16="http://schemas.microsoft.com/office/drawing/2014/main" id="{B399B5B8-EAB1-4A35-8C7E-A842926B740D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5602083" y="1542762"/>
            <a:ext cx="5707601" cy="5315238"/>
          </a:xfrm>
          <a:custGeom xmlns:a="http://schemas.openxmlformats.org/drawingml/2006/main">
            <a:gdLst>
              <a:gd name="connsiteX0" fmla="*/ 2576006 w 5441943"/>
              <a:gd name="connsiteY0" fmla="*/ 41 h 5067842"/>
              <a:gd name="connsiteX1" fmla="*/ 2988480 w 5441943"/>
              <a:gd name="connsiteY1" fmla="*/ 43413 h 5067842"/>
              <a:gd name="connsiteX2" fmla="*/ 4955377 w 5441943"/>
              <a:gd name="connsiteY2" fmla="*/ 1075549 h 5067842"/>
              <a:gd name="connsiteX3" fmla="*/ 5037577 w 5441943"/>
              <a:gd name="connsiteY3" fmla="*/ 4123286 h 5067842"/>
              <a:gd name="connsiteX4" fmla="*/ 3951424 w 5441943"/>
              <a:gd name="connsiteY4" fmla="*/ 5012975 h 5067842"/>
              <a:gd name="connsiteX5" fmla="*/ 3820826 w 5441943"/>
              <a:gd name="connsiteY5" fmla="*/ 5067842 h 5067842"/>
              <a:gd name="connsiteX6" fmla="*/ 2092196 w 5441943"/>
              <a:gd name="connsiteY6" fmla="*/ 5067842 h 5067842"/>
              <a:gd name="connsiteX7" fmla="*/ 2013774 w 5441943"/>
              <a:gd name="connsiteY7" fmla="*/ 5044835 h 5067842"/>
              <a:gd name="connsiteX8" fmla="*/ 34896 w 5441943"/>
              <a:gd name="connsiteY8" fmla="*/ 2881395 h 5067842"/>
              <a:gd name="connsiteX9" fmla="*/ 940110 w 5441943"/>
              <a:gd name="connsiteY9" fmla="*/ 624396 h 5067842"/>
              <a:gd name="connsiteX10" fmla="*/ 2576006 w 5441943"/>
              <a:gd name="connsiteY10" fmla="*/ 41 h 5067842"/>
            </a:gdLst>
            <a:rect l="l" t="t" r="r" b="b"/>
            <a:pathLst>
              <a:path w="5441943" h="5067842">
                <a:moveTo>
                  <a:pt x="2576006" y="41"/>
                </a:moveTo>
                <a:cubicBezTo>
                  <a:pt x="2715826" y="887"/>
                  <a:pt x="2854358" y="14907"/>
                  <a:pt x="2988480" y="43413"/>
                </a:cubicBezTo>
                <a:cubicBezTo>
                  <a:pt x="3703795" y="195445"/>
                  <a:pt x="4521652" y="487778"/>
                  <a:pt x="4955377" y="1075549"/>
                </a:cubicBezTo>
                <a:cubicBezTo>
                  <a:pt x="5389103" y="1663321"/>
                  <a:pt x="5750950" y="3145931"/>
                  <a:pt x="5037577" y="4123286"/>
                </a:cubicBezTo>
                <a:cubicBezTo>
                  <a:pt x="4673616" y="4553014"/>
                  <a:pt x="4315864" y="4840448"/>
                  <a:pt x="3951424" y="5012975"/>
                </a:cubicBezTo>
                <a:lnTo>
                  <a:pt x="3820826" y="5067842"/>
                </a:lnTo>
                <a:lnTo>
                  <a:pt x="2092196" y="5067842"/>
                </a:lnTo>
                <a:lnTo>
                  <a:pt x="2013774" y="5044835"/>
                </a:lnTo>
                <a:cubicBezTo>
                  <a:pt x="886942" y="4686371"/>
                  <a:pt x="221525" y="3784382"/>
                  <a:pt x="34896" y="2881395"/>
                </a:cubicBezTo>
                <a:cubicBezTo>
                  <a:pt x="-151733" y="1978408"/>
                  <a:pt x="447846" y="1097393"/>
                  <a:pt x="940110" y="624396"/>
                </a:cubicBezTo>
                <a:cubicBezTo>
                  <a:pt x="1340074" y="240086"/>
                  <a:pt x="1970121" y="-3625"/>
                  <a:pt x="2576006" y="41"/>
                </a:cubicBez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1dd2aef7f6343a0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 </a:t>
            </a:r>
          </a:p>
        </p:txBody>
      </p:sp>
      <p:sp>
        <p:nvSpPr>
          <p:cNvPr id="9" name="Freeform: Shape 8">
            <a:extLst xmlns:a="http://schemas.openxmlformats.org/drawingml/2006/main">
              <a:ext uri="{FF2B5EF4-FFF2-40B4-BE49-F238E27FC236}">
                <a16:creationId xmlns:a16="http://schemas.microsoft.com/office/drawing/2014/main" id="{F90C4FB2-5AD5-51CC-1A4F-72EF2756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776" y="0"/>
            <a:ext cx="4025224" cy="2166290"/>
          </a:xfrm>
          <a:custGeom xmlns:a="http://schemas.openxmlformats.org/drawingml/2006/main">
            <a:gdLst>
              <a:gd name="csX0" fmla="*/ 0 w 4025224"/>
              <a:gd name="csY0" fmla="*/ 0 h 2166290"/>
              <a:gd name="csX1" fmla="*/ 1171925 w 4025224"/>
              <a:gd name="csY1" fmla="*/ 0 h 2166290"/>
              <a:gd name="csX2" fmla="*/ 1194569 w 4025224"/>
              <a:gd name="csY2" fmla="*/ 50285 h 2166290"/>
              <a:gd name="csX3" fmla="*/ 1616851 w 4025224"/>
              <a:gd name="csY3" fmla="*/ 585873 h 2166290"/>
              <a:gd name="csX4" fmla="*/ 2897449 w 4025224"/>
              <a:gd name="csY4" fmla="*/ 999115 h 2166290"/>
              <a:gd name="csX5" fmla="*/ 3639922 w 4025224"/>
              <a:gd name="csY5" fmla="*/ 748153 h 2166290"/>
              <a:gd name="csX6" fmla="*/ 4008437 w 4025224"/>
              <a:gd name="csY6" fmla="*/ 379803 h 2166290"/>
              <a:gd name="csX7" fmla="*/ 4025224 w 4025224"/>
              <a:gd name="csY7" fmla="*/ 353041 h 2166290"/>
              <a:gd name="csX8" fmla="*/ 4025224 w 4025224"/>
              <a:gd name="csY8" fmla="*/ 1866594 h 2166290"/>
              <a:gd name="csX9" fmla="*/ 3945842 w 4025224"/>
              <a:gd name="csY9" fmla="*/ 1913593 h 2166290"/>
              <a:gd name="csX10" fmla="*/ 3108626 w 4025224"/>
              <a:gd name="csY10" fmla="*/ 2153724 h 2166290"/>
              <a:gd name="csX11" fmla="*/ 564359 w 4025224"/>
              <a:gd name="csY11" fmla="*/ 1326027 h 2166290"/>
              <a:gd name="csX12" fmla="*/ 9289 w 4025224"/>
              <a:gd name="csY12" fmla="*/ 63825 h 2166290"/>
            </a:gdLst>
            <a:rect l="l" t="t" r="r" b="b"/>
            <a:pathLst>
              <a:path w="4025224" h="2166290">
                <a:moveTo>
                  <a:pt x="0" y="0"/>
                </a:moveTo>
                <a:lnTo>
                  <a:pt x="1171925" y="0"/>
                </a:lnTo>
                <a:lnTo>
                  <a:pt x="1194569" y="50285"/>
                </a:lnTo>
                <a:cubicBezTo>
                  <a:pt x="1305628" y="262859"/>
                  <a:pt x="1462822" y="448910"/>
                  <a:pt x="1616851" y="585873"/>
                </a:cubicBezTo>
                <a:cubicBezTo>
                  <a:pt x="1924912" y="859800"/>
                  <a:pt x="2480917" y="996418"/>
                  <a:pt x="2897449" y="999115"/>
                </a:cubicBezTo>
                <a:cubicBezTo>
                  <a:pt x="3185803" y="971118"/>
                  <a:pt x="3455687" y="888716"/>
                  <a:pt x="3639922" y="748153"/>
                </a:cubicBezTo>
                <a:cubicBezTo>
                  <a:pt x="3766788" y="653840"/>
                  <a:pt x="3909535" y="520978"/>
                  <a:pt x="4008437" y="379803"/>
                </a:cubicBezTo>
                <a:lnTo>
                  <a:pt x="4025224" y="353041"/>
                </a:lnTo>
                <a:lnTo>
                  <a:pt x="4025224" y="1866594"/>
                </a:lnTo>
                <a:lnTo>
                  <a:pt x="3945842" y="1913593"/>
                </a:lnTo>
                <a:cubicBezTo>
                  <a:pt x="3703090" y="2042861"/>
                  <a:pt x="3424499" y="2132939"/>
                  <a:pt x="3108626" y="2153724"/>
                </a:cubicBezTo>
                <a:cubicBezTo>
                  <a:pt x="2240288" y="2247380"/>
                  <a:pt x="1263092" y="1802283"/>
                  <a:pt x="564359" y="1326027"/>
                </a:cubicBezTo>
                <a:cubicBezTo>
                  <a:pt x="211176" y="961314"/>
                  <a:pt x="67059" y="428127"/>
                  <a:pt x="9289" y="63825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Title with Picture 2">
    <p:bg>
      <p:bgPr>
        <a:solidFill xmlns:a="http://schemas.openxmlformats.org/drawingml/2006/main">
          <a:schemeClr val="tx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icture Placeholder 14">
            <a:extLst xmlns:a="http://schemas.openxmlformats.org/drawingml/2006/main">
              <a:ext uri="{FF2B5EF4-FFF2-40B4-BE49-F238E27FC236}">
                <a16:creationId xmlns:a16="http://schemas.microsoft.com/office/drawing/2014/main" id="{040411C6-28F6-8585-91B7-03FC170B45C7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0" y="0"/>
            <a:ext cx="12192000" cy="6858000"/>
          </a:xfrm>
          <a:custGeom xmlns:a="http://schemas.openxmlformats.org/drawingml/2006/main">
            <a:gdLst>
              <a:gd name="connsiteX0" fmla="*/ 8855167 w 12192000"/>
              <a:gd name="connsiteY0" fmla="*/ 6129871 h 6858000"/>
              <a:gd name="connsiteX1" fmla="*/ 9418143 w 12192000"/>
              <a:gd name="connsiteY1" fmla="*/ 6214139 h 6858000"/>
              <a:gd name="connsiteX2" fmla="*/ 9940232 w 12192000"/>
              <a:gd name="connsiteY2" fmla="*/ 6580765 h 6858000"/>
              <a:gd name="connsiteX3" fmla="*/ 10003724 w 12192000"/>
              <a:gd name="connsiteY3" fmla="*/ 6723989 h 6858000"/>
              <a:gd name="connsiteX4" fmla="*/ 10046063 w 12192000"/>
              <a:gd name="connsiteY4" fmla="*/ 6858000 h 6858000"/>
              <a:gd name="connsiteX5" fmla="*/ 7595601 w 12192000"/>
              <a:gd name="connsiteY5" fmla="*/ 6858000 h 6858000"/>
              <a:gd name="connsiteX6" fmla="*/ 7645247 w 12192000"/>
              <a:gd name="connsiteY6" fmla="*/ 6757511 h 6858000"/>
              <a:gd name="connsiteX7" fmla="*/ 8305226 w 12192000"/>
              <a:gd name="connsiteY7" fmla="*/ 6218074 h 6858000"/>
              <a:gd name="connsiteX8" fmla="*/ 8855167 w 12192000"/>
              <a:gd name="connsiteY8" fmla="*/ 6129871 h 6858000"/>
              <a:gd name="connsiteX9" fmla="*/ 11660333 w 12192000"/>
              <a:gd name="connsiteY9" fmla="*/ 739228 h 6858000"/>
              <a:gd name="connsiteX10" fmla="*/ 6228080 w 12192000"/>
              <a:gd name="connsiteY10" fmla="*/ 915837 h 6858000"/>
              <a:gd name="connsiteX11" fmla="*/ 6385355 w 12192000"/>
              <a:gd name="connsiteY11" fmla="*/ 2733681 h 6858000"/>
              <a:gd name="connsiteX12" fmla="*/ 7145125 w 12192000"/>
              <a:gd name="connsiteY12" fmla="*/ 4559224 h 6858000"/>
              <a:gd name="connsiteX13" fmla="*/ 7941628 w 12192000"/>
              <a:gd name="connsiteY13" fmla="*/ 5097598 h 6858000"/>
              <a:gd name="connsiteX14" fmla="*/ 9033448 w 12192000"/>
              <a:gd name="connsiteY14" fmla="*/ 5224198 h 6858000"/>
              <a:gd name="connsiteX15" fmla="*/ 10238924 w 12192000"/>
              <a:gd name="connsiteY15" fmla="*/ 5154274 h 6858000"/>
              <a:gd name="connsiteX16" fmla="*/ 11483653 w 12192000"/>
              <a:gd name="connsiteY16" fmla="*/ 3710684 h 6858000"/>
              <a:gd name="connsiteX17" fmla="*/ 11646617 w 12192000"/>
              <a:gd name="connsiteY17" fmla="*/ 2471509 h 6858000"/>
              <a:gd name="connsiteX18" fmla="*/ 11660333 w 12192000"/>
              <a:gd name="connsiteY18" fmla="*/ 739228 h 6858000"/>
              <a:gd name="connsiteX19" fmla="*/ 0 w 12192000"/>
              <a:gd name="connsiteY19" fmla="*/ 0 h 6858000"/>
              <a:gd name="connsiteX20" fmla="*/ 12192000 w 12192000"/>
              <a:gd name="connsiteY20" fmla="*/ 0 h 6858000"/>
              <a:gd name="connsiteX21" fmla="*/ 12192000 w 12192000"/>
              <a:gd name="connsiteY21" fmla="*/ 6858000 h 6858000"/>
              <a:gd name="connsiteX22" fmla="*/ 11062506 w 12192000"/>
              <a:gd name="connsiteY22" fmla="*/ 6858000 h 6858000"/>
              <a:gd name="connsiteX23" fmla="*/ 11047856 w 12192000"/>
              <a:gd name="connsiteY23" fmla="*/ 6794231 h 6858000"/>
              <a:gd name="connsiteX24" fmla="*/ 9892865 w 12192000"/>
              <a:gd name="connsiteY24" fmla="*/ 5335072 h 6858000"/>
              <a:gd name="connsiteX25" fmla="*/ 9004162 w 12192000"/>
              <a:gd name="connsiteY25" fmla="*/ 5223527 h 6858000"/>
              <a:gd name="connsiteX26" fmla="*/ 7713673 w 12192000"/>
              <a:gd name="connsiteY26" fmla="*/ 5425100 h 6858000"/>
              <a:gd name="connsiteX27" fmla="*/ 6806707 w 12192000"/>
              <a:gd name="connsiteY27" fmla="*/ 6439693 h 6858000"/>
              <a:gd name="connsiteX28" fmla="*/ 6654677 w 12192000"/>
              <a:gd name="connsiteY28" fmla="*/ 6796868 h 6858000"/>
              <a:gd name="connsiteX29" fmla="*/ 6646736 w 12192000"/>
              <a:gd name="connsiteY29" fmla="*/ 6858000 h 6858000"/>
              <a:gd name="connsiteX30" fmla="*/ 0 w 12192000"/>
              <a:gd name="connsiteY30" fmla="*/ 6858000 h 6858000"/>
            </a:gdLst>
            <a:rect l="l" t="t" r="r" b="b"/>
            <a:pathLst>
              <a:path w="12192000" h="6858000">
                <a:moveTo>
                  <a:pt x="8855167" y="6129871"/>
                </a:moveTo>
                <a:cubicBezTo>
                  <a:pt x="9053338" y="6133189"/>
                  <a:pt x="9253682" y="6165252"/>
                  <a:pt x="9418143" y="6214139"/>
                </a:cubicBezTo>
                <a:cubicBezTo>
                  <a:pt x="9601693" y="6336993"/>
                  <a:pt x="9830339" y="6430915"/>
                  <a:pt x="9940232" y="6580765"/>
                </a:cubicBezTo>
                <a:cubicBezTo>
                  <a:pt x="9963593" y="6627091"/>
                  <a:pt x="9985058" y="6675159"/>
                  <a:pt x="10003724" y="6723989"/>
                </a:cubicBezTo>
                <a:lnTo>
                  <a:pt x="10046063" y="6858000"/>
                </a:lnTo>
                <a:lnTo>
                  <a:pt x="7595601" y="6858000"/>
                </a:lnTo>
                <a:lnTo>
                  <a:pt x="7645247" y="6757511"/>
                </a:lnTo>
                <a:cubicBezTo>
                  <a:pt x="7793439" y="6505265"/>
                  <a:pt x="8066704" y="6319280"/>
                  <a:pt x="8305226" y="6218074"/>
                </a:cubicBezTo>
                <a:cubicBezTo>
                  <a:pt x="8460996" y="6151980"/>
                  <a:pt x="8656995" y="6126553"/>
                  <a:pt x="8855167" y="6129871"/>
                </a:cubicBezTo>
                <a:close/>
                <a:moveTo>
                  <a:pt x="11660333" y="739228"/>
                </a:moveTo>
                <a:lnTo>
                  <a:pt x="6228080" y="915837"/>
                </a:lnTo>
                <a:cubicBezTo>
                  <a:pt x="6164868" y="939348"/>
                  <a:pt x="6329236" y="2252394"/>
                  <a:pt x="6385355" y="2733681"/>
                </a:cubicBezTo>
                <a:cubicBezTo>
                  <a:pt x="6547431" y="3460984"/>
                  <a:pt x="6706573" y="4143793"/>
                  <a:pt x="7145125" y="4559224"/>
                </a:cubicBezTo>
                <a:cubicBezTo>
                  <a:pt x="7273948" y="4695085"/>
                  <a:pt x="7730955" y="4997969"/>
                  <a:pt x="7941628" y="5097598"/>
                </a:cubicBezTo>
                <a:cubicBezTo>
                  <a:pt x="8374170" y="5206696"/>
                  <a:pt x="8650564" y="5214752"/>
                  <a:pt x="9033448" y="5224198"/>
                </a:cubicBezTo>
                <a:cubicBezTo>
                  <a:pt x="9416330" y="5233645"/>
                  <a:pt x="9963641" y="5258412"/>
                  <a:pt x="10238924" y="5154274"/>
                </a:cubicBezTo>
                <a:cubicBezTo>
                  <a:pt x="10641226" y="4898231"/>
                  <a:pt x="11218146" y="4144944"/>
                  <a:pt x="11483653" y="3710684"/>
                </a:cubicBezTo>
                <a:cubicBezTo>
                  <a:pt x="11522790" y="3500572"/>
                  <a:pt x="11603870" y="2971840"/>
                  <a:pt x="11646617" y="2471509"/>
                </a:cubicBezTo>
                <a:cubicBezTo>
                  <a:pt x="11682752" y="2075714"/>
                  <a:pt x="11643767" y="1543520"/>
                  <a:pt x="11660333" y="739228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062506" y="6858000"/>
                </a:lnTo>
                <a:lnTo>
                  <a:pt x="11047856" y="6794231"/>
                </a:lnTo>
                <a:cubicBezTo>
                  <a:pt x="10932983" y="6327966"/>
                  <a:pt x="10635396" y="5613294"/>
                  <a:pt x="9892865" y="5335072"/>
                </a:cubicBezTo>
                <a:cubicBezTo>
                  <a:pt x="9608195" y="5260686"/>
                  <a:pt x="9302261" y="5226558"/>
                  <a:pt x="9004162" y="5223527"/>
                </a:cubicBezTo>
                <a:cubicBezTo>
                  <a:pt x="8507330" y="5218476"/>
                  <a:pt x="8032263" y="5299806"/>
                  <a:pt x="7713673" y="5425100"/>
                </a:cubicBezTo>
                <a:cubicBezTo>
                  <a:pt x="7220482" y="5677966"/>
                  <a:pt x="6988215" y="6163608"/>
                  <a:pt x="6806707" y="6439693"/>
                </a:cubicBezTo>
                <a:cubicBezTo>
                  <a:pt x="6715953" y="6577735"/>
                  <a:pt x="6675151" y="6693338"/>
                  <a:pt x="6654677" y="6796868"/>
                </a:cubicBezTo>
                <a:lnTo>
                  <a:pt x="6646736" y="6858000"/>
                </a:lnTo>
                <a:lnTo>
                  <a:pt x="0" y="685800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111cf62965a4bb1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9" name="Freeform: Shape 8">
            <a:extLst xmlns:a="http://schemas.openxmlformats.org/drawingml/2006/main">
              <a:ext uri="{FF2B5EF4-FFF2-40B4-BE49-F238E27FC236}">
                <a16:creationId xmlns:a16="http://schemas.microsoft.com/office/drawing/2014/main" id="{574818CC-FA8B-22A1-D41B-AE54C0DF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V="1">
            <a:off x="6213837" y="739228"/>
            <a:ext cx="5448722" cy="4494463"/>
          </a:xfrm>
          <a:custGeom xmlns:a="http://schemas.openxmlformats.org/drawingml/2006/main"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77429"/>
              <a:gd name="connsiteX1" fmla="*/ 4711018 w 4723365"/>
              <a:gd name="connsiteY1" fmla="*/ 120927 h 3077429"/>
              <a:gd name="connsiteX2" fmla="*/ 4574680 w 4723365"/>
              <a:gd name="connsiteY2" fmla="*/ 1365633 h 3077429"/>
              <a:gd name="connsiteX3" fmla="*/ 3916054 w 4723365"/>
              <a:gd name="connsiteY3" fmla="*/ 2615611 h 3077429"/>
              <a:gd name="connsiteX4" fmla="*/ 3225585 w 4723365"/>
              <a:gd name="connsiteY4" fmla="*/ 2984244 h 3077429"/>
              <a:gd name="connsiteX5" fmla="*/ 2279113 w 4723365"/>
              <a:gd name="connsiteY5" fmla="*/ 3070929 h 3077429"/>
              <a:gd name="connsiteX6" fmla="*/ 1234115 w 4723365"/>
              <a:gd name="connsiteY6" fmla="*/ 3023051 h 3077429"/>
              <a:gd name="connsiteX7" fmla="*/ 155089 w 4723365"/>
              <a:gd name="connsiteY7" fmla="*/ 2034602 h 3077429"/>
              <a:gd name="connsiteX8" fmla="*/ 13820 w 4723365"/>
              <a:gd name="connsiteY8" fmla="*/ 1186120 h 3077429"/>
              <a:gd name="connsiteX9" fmla="*/ 1930 w 4723365"/>
              <a:gd name="connsiteY9" fmla="*/ 0 h 3077429"/>
            </a:gdLst>
            <a:rect l="l" t="t" r="r" b="b"/>
            <a:pathLst>
              <a:path w="4723365" h="3077429">
                <a:moveTo>
                  <a:pt x="1930" y="0"/>
                </a:moveTo>
                <a:lnTo>
                  <a:pt x="4711018" y="120927"/>
                </a:lnTo>
                <a:cubicBezTo>
                  <a:pt x="4765815" y="137025"/>
                  <a:pt x="4623328" y="1036088"/>
                  <a:pt x="4574680" y="1365633"/>
                </a:cubicBezTo>
                <a:cubicBezTo>
                  <a:pt x="4434180" y="1863629"/>
                  <a:pt x="4296224" y="2331159"/>
                  <a:pt x="3916054" y="2615611"/>
                </a:cubicBezTo>
                <a:cubicBezTo>
                  <a:pt x="3804380" y="2708637"/>
                  <a:pt x="3408212" y="2916026"/>
                  <a:pt x="3225585" y="2984244"/>
                </a:cubicBezTo>
                <a:cubicBezTo>
                  <a:pt x="2850625" y="3058945"/>
                  <a:pt x="2611025" y="3064461"/>
                  <a:pt x="2279113" y="3070929"/>
                </a:cubicBezTo>
                <a:cubicBezTo>
                  <a:pt x="1947201" y="3077397"/>
                  <a:pt x="1472751" y="3094356"/>
                  <a:pt x="1234115" y="3023051"/>
                </a:cubicBezTo>
                <a:cubicBezTo>
                  <a:pt x="885369" y="2847734"/>
                  <a:pt x="385251" y="2331947"/>
                  <a:pt x="155089" y="2034602"/>
                </a:cubicBezTo>
                <a:cubicBezTo>
                  <a:pt x="121162" y="1890735"/>
                  <a:pt x="50876" y="1528704"/>
                  <a:pt x="13820" y="1186120"/>
                </a:cubicBezTo>
                <a:cubicBezTo>
                  <a:pt x="-17505" y="915113"/>
                  <a:pt x="16290" y="550711"/>
                  <a:pt x="1930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Freeform: Shape 9">
            <a:extLst xmlns:a="http://schemas.openxmlformats.org/drawingml/2006/main">
              <a:ext uri="{FF2B5EF4-FFF2-40B4-BE49-F238E27FC236}">
                <a16:creationId xmlns:a16="http://schemas.microsoft.com/office/drawing/2014/main" id="{4D24DBE0-203A-0714-DC99-07DF75B9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6644615" y="5223305"/>
            <a:ext cx="4421642" cy="1651023"/>
          </a:xfrm>
          <a:custGeom xmlns:a="http://schemas.openxmlformats.org/drawingml/2006/main">
            <a:gdLst>
              <a:gd name="connsiteX0" fmla="*/ 2359547 w 4421642"/>
              <a:gd name="connsiteY0" fmla="*/ 1650801 h 1651023"/>
              <a:gd name="connsiteX1" fmla="*/ 3248250 w 4421642"/>
              <a:gd name="connsiteY1" fmla="*/ 1539256 h 1651023"/>
              <a:gd name="connsiteX2" fmla="*/ 4403241 w 4421642"/>
              <a:gd name="connsiteY2" fmla="*/ 80097 h 1651023"/>
              <a:gd name="connsiteX3" fmla="*/ 4421642 w 4421642"/>
              <a:gd name="connsiteY3" fmla="*/ 0 h 1651023"/>
              <a:gd name="connsiteX4" fmla="*/ 3406227 w 4421642"/>
              <a:gd name="connsiteY4" fmla="*/ 0 h 1651023"/>
              <a:gd name="connsiteX5" fmla="*/ 3405801 w 4421642"/>
              <a:gd name="connsiteY5" fmla="*/ 2549 h 1651023"/>
              <a:gd name="connsiteX6" fmla="*/ 3295617 w 4421642"/>
              <a:gd name="connsiteY6" fmla="*/ 293563 h 1651023"/>
              <a:gd name="connsiteX7" fmla="*/ 2773528 w 4421642"/>
              <a:gd name="connsiteY7" fmla="*/ 660189 h 1651023"/>
              <a:gd name="connsiteX8" fmla="*/ 1660611 w 4421642"/>
              <a:gd name="connsiteY8" fmla="*/ 656254 h 1651023"/>
              <a:gd name="connsiteX9" fmla="*/ 945245 w 4421642"/>
              <a:gd name="connsiteY9" fmla="*/ 4709 h 1651023"/>
              <a:gd name="connsiteX10" fmla="*/ 943844 w 4421642"/>
              <a:gd name="connsiteY10" fmla="*/ 0 h 1651023"/>
              <a:gd name="connsiteX11" fmla="*/ 0 w 4421642"/>
              <a:gd name="connsiteY11" fmla="*/ 0 h 1651023"/>
              <a:gd name="connsiteX12" fmla="*/ 10062 w 4421642"/>
              <a:gd name="connsiteY12" fmla="*/ 77460 h 1651023"/>
              <a:gd name="connsiteX13" fmla="*/ 162092 w 4421642"/>
              <a:gd name="connsiteY13" fmla="*/ 434635 h 1651023"/>
              <a:gd name="connsiteX14" fmla="*/ 1069058 w 4421642"/>
              <a:gd name="connsiteY14" fmla="*/ 1449228 h 1651023"/>
              <a:gd name="connsiteX15" fmla="*/ 2359547 w 4421642"/>
              <a:gd name="connsiteY15" fmla="*/ 1650801 h 1651023"/>
            </a:gdLst>
            <a:rect l="l" t="t" r="r" b="b"/>
            <a:pathLst>
              <a:path w="4421642" h="1651023">
                <a:moveTo>
                  <a:pt x="2359547" y="1650801"/>
                </a:moveTo>
                <a:cubicBezTo>
                  <a:pt x="2657646" y="1647770"/>
                  <a:pt x="2963580" y="1613642"/>
                  <a:pt x="3248250" y="1539256"/>
                </a:cubicBezTo>
                <a:cubicBezTo>
                  <a:pt x="3990781" y="1261034"/>
                  <a:pt x="4288368" y="546362"/>
                  <a:pt x="4403241" y="80097"/>
                </a:cubicBezTo>
                <a:lnTo>
                  <a:pt x="4421642" y="0"/>
                </a:lnTo>
                <a:lnTo>
                  <a:pt x="3406227" y="0"/>
                </a:lnTo>
                <a:lnTo>
                  <a:pt x="3405801" y="2549"/>
                </a:lnTo>
                <a:cubicBezTo>
                  <a:pt x="3381478" y="101291"/>
                  <a:pt x="3342339" y="200911"/>
                  <a:pt x="3295617" y="293563"/>
                </a:cubicBezTo>
                <a:cubicBezTo>
                  <a:pt x="3185724" y="443413"/>
                  <a:pt x="2957078" y="537335"/>
                  <a:pt x="2773528" y="660189"/>
                </a:cubicBezTo>
                <a:cubicBezTo>
                  <a:pt x="2444607" y="757963"/>
                  <a:pt x="1972152" y="788442"/>
                  <a:pt x="1660611" y="656254"/>
                </a:cubicBezTo>
                <a:cubicBezTo>
                  <a:pt x="1388014" y="540590"/>
                  <a:pt x="1070039" y="314194"/>
                  <a:pt x="945245" y="4709"/>
                </a:cubicBezTo>
                <a:lnTo>
                  <a:pt x="943844" y="0"/>
                </a:lnTo>
                <a:lnTo>
                  <a:pt x="0" y="0"/>
                </a:lnTo>
                <a:lnTo>
                  <a:pt x="10062" y="77460"/>
                </a:lnTo>
                <a:cubicBezTo>
                  <a:pt x="30536" y="180990"/>
                  <a:pt x="71338" y="296593"/>
                  <a:pt x="162092" y="434635"/>
                </a:cubicBezTo>
                <a:cubicBezTo>
                  <a:pt x="343600" y="710720"/>
                  <a:pt x="575867" y="1196362"/>
                  <a:pt x="1069058" y="1449228"/>
                </a:cubicBezTo>
                <a:cubicBezTo>
                  <a:pt x="1387648" y="1574522"/>
                  <a:pt x="1862715" y="1655852"/>
                  <a:pt x="2359547" y="1650801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9AA69D-4CFD-D1F4-52D9-CA213F676E2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952503" y="1335635"/>
            <a:ext cx="4010358" cy="2396362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6600">
                <a:solidFill>
                  <a:schemeClr val="tx2"/>
                </a:solidFill>
              </a:defRPr>
            </a:lvl1pPr>
          </a:lstStyle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EFA269-7CD0-B50B-0D2E-66E0E812D73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514704" y="3850055"/>
            <a:ext cx="3042459" cy="10038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Clique para editar o estilo do subtítulo Mestre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914ACD6-E7C3-5888-56A4-A5758B74BB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2BC67A-8ACB-271C-C3F7-FCA06B61BD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7E34A-F1F5-10C0-05F1-52EBC543E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reeform: Shape 7">
            <a:extLst xmlns:a="http://schemas.openxmlformats.org/drawingml/2006/main">
              <a:ext uri="{FF2B5EF4-FFF2-40B4-BE49-F238E27FC236}">
                <a16:creationId xmlns:a16="http://schemas.microsoft.com/office/drawing/2014/main" id="{B5B1B45C-C751-7073-07E7-A6F87BE7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-649554" y="649107"/>
            <a:ext cx="6879229" cy="5580115"/>
          </a:xfrm>
          <a:custGeom xmlns:a="http://schemas.openxmlformats.org/drawingml/2006/main">
            <a:gdLst>
              <a:gd name="connsiteX0" fmla="*/ 0 w 6879229"/>
              <a:gd name="connsiteY0" fmla="*/ 5580115 h 5580115"/>
              <a:gd name="connsiteX1" fmla="*/ 0 w 6879229"/>
              <a:gd name="connsiteY1" fmla="*/ 336408 h 5580115"/>
              <a:gd name="connsiteX2" fmla="*/ 14600 w 6879229"/>
              <a:gd name="connsiteY2" fmla="*/ 341265 h 5580115"/>
              <a:gd name="connsiteX3" fmla="*/ 407674 w 6879229"/>
              <a:gd name="connsiteY3" fmla="*/ 406739 h 5580115"/>
              <a:gd name="connsiteX4" fmla="*/ 1396779 w 6879229"/>
              <a:gd name="connsiteY4" fmla="*/ 33767 h 5580115"/>
              <a:gd name="connsiteX5" fmla="*/ 2329167 w 6879229"/>
              <a:gd name="connsiteY5" fmla="*/ 406739 h 5580115"/>
              <a:gd name="connsiteX6" fmla="*/ 3293063 w 6879229"/>
              <a:gd name="connsiteY6" fmla="*/ 113574 h 5580115"/>
              <a:gd name="connsiteX7" fmla="*/ 4250658 w 6879229"/>
              <a:gd name="connsiteY7" fmla="*/ 406739 h 5580115"/>
              <a:gd name="connsiteX8" fmla="*/ 5205103 w 6879229"/>
              <a:gd name="connsiteY8" fmla="*/ 0 h 5580115"/>
              <a:gd name="connsiteX9" fmla="*/ 6178027 w 6879229"/>
              <a:gd name="connsiteY9" fmla="*/ 406740 h 5580115"/>
              <a:gd name="connsiteX10" fmla="*/ 6842247 w 6879229"/>
              <a:gd name="connsiteY10" fmla="*/ 151396 h 5580115"/>
              <a:gd name="connsiteX11" fmla="*/ 6879229 w 6879229"/>
              <a:gd name="connsiteY11" fmla="*/ 141992 h 5580115"/>
              <a:gd name="connsiteX12" fmla="*/ 6866459 w 6879229"/>
              <a:gd name="connsiteY12" fmla="*/ 5580115 h 5580115"/>
            </a:gdLst>
            <a:rect l="l" t="t" r="r" b="b"/>
            <a:pathLst>
              <a:path w="6879229" h="5580115">
                <a:moveTo>
                  <a:pt x="0" y="5580115"/>
                </a:moveTo>
                <a:lnTo>
                  <a:pt x="0" y="336408"/>
                </a:lnTo>
                <a:lnTo>
                  <a:pt x="14600" y="341265"/>
                </a:lnTo>
                <a:cubicBezTo>
                  <a:pt x="140883" y="379552"/>
                  <a:pt x="272568" y="406739"/>
                  <a:pt x="407674" y="406739"/>
                </a:cubicBezTo>
                <a:cubicBezTo>
                  <a:pt x="888043" y="406739"/>
                  <a:pt x="916401" y="33767"/>
                  <a:pt x="1396779" y="33767"/>
                </a:cubicBezTo>
                <a:cubicBezTo>
                  <a:pt x="1877148" y="33767"/>
                  <a:pt x="2013120" y="393437"/>
                  <a:pt x="2329167" y="406739"/>
                </a:cubicBezTo>
                <a:cubicBezTo>
                  <a:pt x="2645214" y="420040"/>
                  <a:pt x="2812686" y="113574"/>
                  <a:pt x="3293063" y="113574"/>
                </a:cubicBezTo>
                <a:cubicBezTo>
                  <a:pt x="3773430" y="113574"/>
                  <a:pt x="3931985" y="425667"/>
                  <a:pt x="4250658" y="406739"/>
                </a:cubicBezTo>
                <a:cubicBezTo>
                  <a:pt x="4569331" y="387810"/>
                  <a:pt x="4724725" y="0"/>
                  <a:pt x="5205103" y="0"/>
                </a:cubicBezTo>
                <a:cubicBezTo>
                  <a:pt x="5526330" y="0"/>
                  <a:pt x="5853648" y="389857"/>
                  <a:pt x="6178027" y="406740"/>
                </a:cubicBezTo>
                <a:cubicBezTo>
                  <a:pt x="6421312" y="419401"/>
                  <a:pt x="6576966" y="241259"/>
                  <a:pt x="6842247" y="151396"/>
                </a:cubicBezTo>
                <a:lnTo>
                  <a:pt x="6879229" y="141992"/>
                </a:lnTo>
                <a:lnTo>
                  <a:pt x="6866459" y="5580115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93653" y="2351727"/>
            <a:ext cx="3887763" cy="264666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7200">
                <a:solidFill>
                  <a:schemeClr val="bg2"/>
                </a:solidFill>
              </a:defRPr>
            </a:lvl1pPr>
          </a:lstStyle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642264" y="948906"/>
            <a:ext cx="4331108" cy="505507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400"/>
            </a:lvl2pPr>
            <a:lvl3pPr>
              <a:buNone/>
              <a:defRPr sz="14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Agenda with Picture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 7">
            <a:extLst xmlns:a="http://schemas.openxmlformats.org/drawingml/2006/main">
              <a:ext uri="{FF2B5EF4-FFF2-40B4-BE49-F238E27FC236}">
                <a16:creationId xmlns:a16="http://schemas.microsoft.com/office/drawing/2014/main" id="{B4C01885-66BA-780E-B5EB-88DA4ADEDC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54310" y="1070670"/>
            <a:ext cx="4488575" cy="145308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0">
                <a:solidFill>
                  <a:schemeClr val="tx2"/>
                </a:solidFill>
              </a:defRPr>
            </a:lvl1pPr>
          </a:lstStyle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354310" y="256032"/>
            <a:ext cx="3256613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354310" y="2545730"/>
            <a:ext cx="4488575" cy="35690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400">
                <a:solidFill>
                  <a:schemeClr val="tx2"/>
                </a:solidFill>
              </a:defRPr>
            </a:lvl2pPr>
            <a:lvl3pPr>
              <a:buNone/>
              <a:defRPr sz="1400">
                <a:solidFill>
                  <a:schemeClr val="tx2"/>
                </a:solidFill>
              </a:defRPr>
            </a:lvl3pPr>
            <a:lvl4pPr>
              <a:buNone/>
              <a:defRPr sz="1400">
                <a:solidFill>
                  <a:schemeClr val="tx2"/>
                </a:solidFill>
              </a:defRPr>
            </a:lvl4pPr>
            <a:lvl5pPr>
              <a:buNone/>
              <a:defRPr sz="1400">
                <a:solidFill>
                  <a:schemeClr val="tx2"/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354310" y="6356350"/>
            <a:ext cx="2880610" cy="365125"/>
          </a:xfrm>
        </p:spPr>
        <p:txBody>
          <a:bodyPr xmlns:a="http://schemas.openxmlformats.org/drawingml/2006/main"/>
          <a:lstStyle xmlns:a="http://schemas.openxmlformats.org/drawingml/2006/main">
            <a:lvl1pPr algn="l"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24" name="Picture Placeholder 11">
            <a:extLst xmlns:a="http://schemas.openxmlformats.org/drawingml/2006/main">
              <a:ext uri="{FF2B5EF4-FFF2-40B4-BE49-F238E27FC236}">
                <a16:creationId xmlns:a16="http://schemas.microsoft.com/office/drawing/2014/main" id="{0B5B43A2-3F72-21BD-F8B0-B5E66ED78C4D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 rot="21048132">
            <a:off x="1031694" y="796632"/>
            <a:ext cx="3725672" cy="3664445"/>
          </a:xfrm>
          <a:custGeom xmlns:a="http://schemas.openxmlformats.org/drawingml/2006/main">
            <a:gdLst>
              <a:gd name="connsiteX0" fmla="*/ 1608654 w 2955473"/>
              <a:gd name="connsiteY0" fmla="*/ 1 h 2975231"/>
              <a:gd name="connsiteX1" fmla="*/ 1907042 w 2955473"/>
              <a:gd name="connsiteY1" fmla="*/ 40268 h 2975231"/>
              <a:gd name="connsiteX2" fmla="*/ 2955473 w 2955473"/>
              <a:gd name="connsiteY2" fmla="*/ 1389745 h 2975231"/>
              <a:gd name="connsiteX3" fmla="*/ 1894542 w 2955473"/>
              <a:gd name="connsiteY3" fmla="*/ 2940652 h 2975231"/>
              <a:gd name="connsiteX4" fmla="*/ 215597 w 2955473"/>
              <a:gd name="connsiteY4" fmla="*/ 2314973 h 2975231"/>
              <a:gd name="connsiteX5" fmla="*/ 51635 w 2955473"/>
              <a:gd name="connsiteY5" fmla="*/ 1085943 h 2975231"/>
              <a:gd name="connsiteX6" fmla="*/ 663171 w 2955473"/>
              <a:gd name="connsiteY6" fmla="*/ 240863 h 2975231"/>
              <a:gd name="connsiteX7" fmla="*/ 1608654 w 2955473"/>
              <a:gd name="connsiteY7" fmla="*/ 1 h 2975231"/>
            </a:gdLst>
            <a:rect l="l" t="t" r="r" b="b"/>
            <a:pathLst>
              <a:path w="2955473" h="2975231">
                <a:moveTo>
                  <a:pt x="1608654" y="1"/>
                </a:moveTo>
                <a:cubicBezTo>
                  <a:pt x="1717499" y="45"/>
                  <a:pt x="1819623" y="12356"/>
                  <a:pt x="1907042" y="40268"/>
                </a:cubicBezTo>
                <a:cubicBezTo>
                  <a:pt x="2256716" y="151916"/>
                  <a:pt x="2944472" y="714411"/>
                  <a:pt x="2955473" y="1389745"/>
                </a:cubicBezTo>
                <a:cubicBezTo>
                  <a:pt x="2909399" y="2225557"/>
                  <a:pt x="2351188" y="2786448"/>
                  <a:pt x="1894542" y="2940652"/>
                </a:cubicBezTo>
                <a:cubicBezTo>
                  <a:pt x="1437897" y="3094857"/>
                  <a:pt x="495451" y="2705978"/>
                  <a:pt x="215597" y="2314973"/>
                </a:cubicBezTo>
                <a:cubicBezTo>
                  <a:pt x="-64257" y="1923967"/>
                  <a:pt x="-14818" y="1411172"/>
                  <a:pt x="51635" y="1085943"/>
                </a:cubicBezTo>
                <a:cubicBezTo>
                  <a:pt x="118088" y="760713"/>
                  <a:pt x="353937" y="415142"/>
                  <a:pt x="663171" y="240863"/>
                </a:cubicBezTo>
                <a:cubicBezTo>
                  <a:pt x="895097" y="110154"/>
                  <a:pt x="1282120" y="-129"/>
                  <a:pt x="1608654" y="1"/>
                </a:cubicBez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2f3140d690f49f9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r>
              <a:t>  </a:t>
            </a:r>
          </a:p>
        </p:txBody>
      </p:sp>
      <p:sp>
        <p:nvSpPr>
          <p:cNvPr id="25" name="Freeform: Shape 5">
            <a:extLst xmlns:a="http://schemas.openxmlformats.org/drawingml/2006/main">
              <a:ext uri="{FF2B5EF4-FFF2-40B4-BE49-F238E27FC236}">
                <a16:creationId xmlns:a16="http://schemas.microsoft.com/office/drawing/2014/main" id="{9C072A2D-8BD7-161B-9291-1E23B1E9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 flipV="1">
            <a:off x="1769839" y="4353227"/>
            <a:ext cx="2448883" cy="1230417"/>
          </a:xfrm>
          <a:custGeom xmlns:a="http://schemas.openxmlformats.org/drawingml/2006/main"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574680"/>
              <a:gd name="connsiteY0" fmla="*/ 0 h 3089347"/>
              <a:gd name="connsiteX1" fmla="*/ 4574680 w 4574680"/>
              <a:gd name="connsiteY1" fmla="*/ 1365633 h 3089347"/>
              <a:gd name="connsiteX2" fmla="*/ 3916054 w 4574680"/>
              <a:gd name="connsiteY2" fmla="*/ 2615611 h 3089347"/>
              <a:gd name="connsiteX3" fmla="*/ 3225585 w 4574680"/>
              <a:gd name="connsiteY3" fmla="*/ 2984244 h 3089347"/>
              <a:gd name="connsiteX4" fmla="*/ 2247563 w 4574680"/>
              <a:gd name="connsiteY4" fmla="*/ 3086503 h 3089347"/>
              <a:gd name="connsiteX5" fmla="*/ 1234115 w 4574680"/>
              <a:gd name="connsiteY5" fmla="*/ 3023051 h 3089347"/>
              <a:gd name="connsiteX6" fmla="*/ 155089 w 4574680"/>
              <a:gd name="connsiteY6" fmla="*/ 2034602 h 3089347"/>
              <a:gd name="connsiteX7" fmla="*/ 13820 w 4574680"/>
              <a:gd name="connsiteY7" fmla="*/ 1186120 h 3089347"/>
              <a:gd name="connsiteX8" fmla="*/ 1930 w 4574680"/>
              <a:gd name="connsiteY8" fmla="*/ 0 h 3089347"/>
              <a:gd name="connsiteX0" fmla="*/ 0 w 4560860"/>
              <a:gd name="connsiteY0" fmla="*/ 55958 h 1959185"/>
              <a:gd name="connsiteX1" fmla="*/ 4560860 w 4560860"/>
              <a:gd name="connsiteY1" fmla="*/ 235471 h 1959185"/>
              <a:gd name="connsiteX2" fmla="*/ 3902234 w 4560860"/>
              <a:gd name="connsiteY2" fmla="*/ 1485449 h 1959185"/>
              <a:gd name="connsiteX3" fmla="*/ 3211765 w 4560860"/>
              <a:gd name="connsiteY3" fmla="*/ 1854082 h 1959185"/>
              <a:gd name="connsiteX4" fmla="*/ 2233743 w 4560860"/>
              <a:gd name="connsiteY4" fmla="*/ 1956341 h 1959185"/>
              <a:gd name="connsiteX5" fmla="*/ 1220295 w 4560860"/>
              <a:gd name="connsiteY5" fmla="*/ 1892889 h 1959185"/>
              <a:gd name="connsiteX6" fmla="*/ 141269 w 4560860"/>
              <a:gd name="connsiteY6" fmla="*/ 904440 h 1959185"/>
              <a:gd name="connsiteX7" fmla="*/ 0 w 4560860"/>
              <a:gd name="connsiteY7" fmla="*/ 55958 h 1959185"/>
              <a:gd name="connsiteX0" fmla="*/ 0 w 4419591"/>
              <a:gd name="connsiteY0" fmla="*/ 681456 h 1736201"/>
              <a:gd name="connsiteX1" fmla="*/ 4419591 w 4419591"/>
              <a:gd name="connsiteY1" fmla="*/ 12487 h 1736201"/>
              <a:gd name="connsiteX2" fmla="*/ 3760965 w 4419591"/>
              <a:gd name="connsiteY2" fmla="*/ 1262465 h 1736201"/>
              <a:gd name="connsiteX3" fmla="*/ 3070496 w 4419591"/>
              <a:gd name="connsiteY3" fmla="*/ 1631098 h 1736201"/>
              <a:gd name="connsiteX4" fmla="*/ 2092474 w 4419591"/>
              <a:gd name="connsiteY4" fmla="*/ 1733357 h 1736201"/>
              <a:gd name="connsiteX5" fmla="*/ 1079026 w 4419591"/>
              <a:gd name="connsiteY5" fmla="*/ 1669905 h 1736201"/>
              <a:gd name="connsiteX6" fmla="*/ 0 w 4419591"/>
              <a:gd name="connsiteY6" fmla="*/ 681456 h 1736201"/>
              <a:gd name="connsiteX0" fmla="*/ 0 w 4444077"/>
              <a:gd name="connsiteY0" fmla="*/ 278206 h 1768127"/>
              <a:gd name="connsiteX1" fmla="*/ 4444077 w 4444077"/>
              <a:gd name="connsiteY1" fmla="*/ 44413 h 1768127"/>
              <a:gd name="connsiteX2" fmla="*/ 3785451 w 4444077"/>
              <a:gd name="connsiteY2" fmla="*/ 1294391 h 1768127"/>
              <a:gd name="connsiteX3" fmla="*/ 3094982 w 4444077"/>
              <a:gd name="connsiteY3" fmla="*/ 1663024 h 1768127"/>
              <a:gd name="connsiteX4" fmla="*/ 2116960 w 4444077"/>
              <a:gd name="connsiteY4" fmla="*/ 1765283 h 1768127"/>
              <a:gd name="connsiteX5" fmla="*/ 1103512 w 4444077"/>
              <a:gd name="connsiteY5" fmla="*/ 1701831 h 1768127"/>
              <a:gd name="connsiteX6" fmla="*/ 0 w 4444077"/>
              <a:gd name="connsiteY6" fmla="*/ 278206 h 176812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3650 h 1743571"/>
              <a:gd name="connsiteX1" fmla="*/ 4444077 w 4444077"/>
              <a:gd name="connsiteY1" fmla="*/ 19857 h 1743571"/>
              <a:gd name="connsiteX2" fmla="*/ 3785451 w 4444077"/>
              <a:gd name="connsiteY2" fmla="*/ 1269835 h 1743571"/>
              <a:gd name="connsiteX3" fmla="*/ 3094982 w 4444077"/>
              <a:gd name="connsiteY3" fmla="*/ 1638468 h 1743571"/>
              <a:gd name="connsiteX4" fmla="*/ 2116960 w 4444077"/>
              <a:gd name="connsiteY4" fmla="*/ 1740727 h 1743571"/>
              <a:gd name="connsiteX5" fmla="*/ 1103512 w 4444077"/>
              <a:gd name="connsiteY5" fmla="*/ 1677275 h 1743571"/>
              <a:gd name="connsiteX6" fmla="*/ 0 w 4444077"/>
              <a:gd name="connsiteY6" fmla="*/ 253650 h 1743571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189833 w 4444077"/>
              <a:gd name="connsiteY3" fmla="*/ 1575178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14306 w 4444077"/>
              <a:gd name="connsiteY2" fmla="*/ 1264899 h 1723714"/>
              <a:gd name="connsiteX3" fmla="*/ 3189833 w 4444077"/>
              <a:gd name="connsiteY3" fmla="*/ 1575178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14306 w 4444077"/>
              <a:gd name="connsiteY2" fmla="*/ 1264899 h 1723714"/>
              <a:gd name="connsiteX3" fmla="*/ 3189833 w 4444077"/>
              <a:gd name="connsiteY3" fmla="*/ 1575178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14306 w 4444077"/>
              <a:gd name="connsiteY2" fmla="*/ 1264899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85176 w 4444077"/>
              <a:gd name="connsiteY2" fmla="*/ 1274845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85176 w 4444077"/>
              <a:gd name="connsiteY2" fmla="*/ 1274845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85176 w 4444077"/>
              <a:gd name="connsiteY2" fmla="*/ 1274845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</a:gdLst>
            <a:rect l="l" t="t" r="r" b="b"/>
            <a:pathLst>
              <a:path w="4444077" h="1723714">
                <a:moveTo>
                  <a:pt x="0" y="233793"/>
                </a:moveTo>
                <a:cubicBezTo>
                  <a:pt x="1291362" y="189652"/>
                  <a:pt x="3168354" y="57895"/>
                  <a:pt x="4444077" y="0"/>
                </a:cubicBezTo>
                <a:cubicBezTo>
                  <a:pt x="4352550" y="749432"/>
                  <a:pt x="4378232" y="890922"/>
                  <a:pt x="3985176" y="1274845"/>
                </a:cubicBezTo>
                <a:cubicBezTo>
                  <a:pt x="3751091" y="1462369"/>
                  <a:pt x="3456217" y="1531828"/>
                  <a:pt x="3273590" y="1600046"/>
                </a:cubicBezTo>
                <a:cubicBezTo>
                  <a:pt x="2898630" y="1674747"/>
                  <a:pt x="2448872" y="1714402"/>
                  <a:pt x="2116960" y="1720870"/>
                </a:cubicBezTo>
                <a:cubicBezTo>
                  <a:pt x="1785048" y="1727338"/>
                  <a:pt x="1342148" y="1728723"/>
                  <a:pt x="1103512" y="1657418"/>
                </a:cubicBezTo>
                <a:cubicBezTo>
                  <a:pt x="754766" y="1482101"/>
                  <a:pt x="340352" y="1121045"/>
                  <a:pt x="0" y="233793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0" name="Freeform 9">
            <a:extLst xmlns:a="http://schemas.openxmlformats.org/drawingml/2006/main">
              <a:ext uri="{FF2B5EF4-FFF2-40B4-BE49-F238E27FC236}">
                <a16:creationId xmlns:a16="http://schemas.microsoft.com/office/drawing/2014/main" id="{C66BF687-18B3-B4D9-3829-54B30401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1640837" flipH="1">
            <a:off x="1581156" y="5591494"/>
            <a:ext cx="2315009" cy="1266376"/>
          </a:xfrm>
          <a:custGeom xmlns:a="http://schemas.openxmlformats.org/drawingml/2006/main">
            <a:gdLst>
              <a:gd name="connsiteX0" fmla="*/ 735845 w 2315009"/>
              <a:gd name="connsiteY0" fmla="*/ 1198094 h 1266376"/>
              <a:gd name="connsiteX1" fmla="*/ 1706063 w 2315009"/>
              <a:gd name="connsiteY1" fmla="*/ 1198581 h 1266376"/>
              <a:gd name="connsiteX2" fmla="*/ 2290513 w 2315009"/>
              <a:gd name="connsiteY2" fmla="*/ 429320 h 1266376"/>
              <a:gd name="connsiteX3" fmla="*/ 2315009 w 2315009"/>
              <a:gd name="connsiteY3" fmla="*/ 266726 h 1266376"/>
              <a:gd name="connsiteX4" fmla="*/ 1828072 w 2315009"/>
              <a:gd name="connsiteY4" fmla="*/ 145194 h 1266376"/>
              <a:gd name="connsiteX5" fmla="*/ 1824945 w 2315009"/>
              <a:gd name="connsiteY5" fmla="*/ 166186 h 1266376"/>
              <a:gd name="connsiteX6" fmla="*/ 1574870 w 2315009"/>
              <a:gd name="connsiteY6" fmla="*/ 686358 h 1266376"/>
              <a:gd name="connsiteX7" fmla="*/ 780663 w 2315009"/>
              <a:gd name="connsiteY7" fmla="*/ 642497 h 1266376"/>
              <a:gd name="connsiteX8" fmla="*/ 485404 w 2315009"/>
              <a:gd name="connsiteY8" fmla="*/ 0 h 1266376"/>
              <a:gd name="connsiteX9" fmla="*/ 0 w 2315009"/>
              <a:gd name="connsiteY9" fmla="*/ 76647 h 1266376"/>
              <a:gd name="connsiteX10" fmla="*/ 87283 w 2315009"/>
              <a:gd name="connsiteY10" fmla="*/ 504176 h 1266376"/>
              <a:gd name="connsiteX11" fmla="*/ 511250 w 2315009"/>
              <a:gd name="connsiteY11" fmla="*/ 1122860 h 1266376"/>
              <a:gd name="connsiteX12" fmla="*/ 735845 w 2315009"/>
              <a:gd name="connsiteY12" fmla="*/ 1198094 h 1266376"/>
            </a:gdLst>
            <a:rect l="l" t="t" r="r" b="b"/>
            <a:pathLst>
              <a:path w="2315009" h="1266376">
                <a:moveTo>
                  <a:pt x="735845" y="1198094"/>
                </a:moveTo>
                <a:cubicBezTo>
                  <a:pt x="1010251" y="1267877"/>
                  <a:pt x="1408984" y="1307991"/>
                  <a:pt x="1706063" y="1198581"/>
                </a:cubicBezTo>
                <a:cubicBezTo>
                  <a:pt x="2088905" y="1025678"/>
                  <a:pt x="2230788" y="730915"/>
                  <a:pt x="2290513" y="429320"/>
                </a:cubicBezTo>
                <a:lnTo>
                  <a:pt x="2315009" y="266726"/>
                </a:lnTo>
                <a:lnTo>
                  <a:pt x="1828072" y="145194"/>
                </a:lnTo>
                <a:lnTo>
                  <a:pt x="1824945" y="166186"/>
                </a:lnTo>
                <a:cubicBezTo>
                  <a:pt x="1787301" y="421216"/>
                  <a:pt x="1755260" y="595210"/>
                  <a:pt x="1574870" y="686358"/>
                </a:cubicBezTo>
                <a:cubicBezTo>
                  <a:pt x="1373457" y="817883"/>
                  <a:pt x="962240" y="756891"/>
                  <a:pt x="780663" y="642497"/>
                </a:cubicBezTo>
                <a:cubicBezTo>
                  <a:pt x="599085" y="528104"/>
                  <a:pt x="524005" y="279592"/>
                  <a:pt x="485404" y="0"/>
                </a:cubicBezTo>
                <a:lnTo>
                  <a:pt x="0" y="76647"/>
                </a:lnTo>
                <a:cubicBezTo>
                  <a:pt x="9850" y="208657"/>
                  <a:pt x="37847" y="312521"/>
                  <a:pt x="87283" y="504176"/>
                </a:cubicBezTo>
                <a:cubicBezTo>
                  <a:pt x="136719" y="695831"/>
                  <a:pt x="253906" y="936898"/>
                  <a:pt x="511250" y="1122860"/>
                </a:cubicBezTo>
                <a:cubicBezTo>
                  <a:pt x="566721" y="1148275"/>
                  <a:pt x="644376" y="1174833"/>
                  <a:pt x="735845" y="1198094"/>
                </a:cubicBezTo>
                <a:close/>
              </a:path>
            </a:pathLst>
          </a:custGeom>
          <a:solidFill xmlns:a="http://schemas.openxmlformats.org/drawingml/2006/main">
            <a:schemeClr val="accent5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28" name="Freeform: Shape 13">
            <a:extLst xmlns:a="http://schemas.openxmlformats.org/drawingml/2006/main">
              <a:ext uri="{FF2B5EF4-FFF2-40B4-BE49-F238E27FC236}">
                <a16:creationId xmlns:a16="http://schemas.microsoft.com/office/drawing/2014/main" id="{DE610B33-E292-9F11-4A6E-0FF88920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-15081397" y="5138945"/>
            <a:ext cx="626222" cy="86343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2C3431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n>
                <a:solidFill>
                  <a:srgbClr val="2C3431"/>
                </a:solidFill>
              </a:ln>
              <a:solidFill>
                <a:schemeClr val="tx2"/>
              </a:solidFill>
            </a:endParaRP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97165388-148A-221C-3FA3-50B9A61B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5437576" y="4775542"/>
            <a:ext cx="219908" cy="25945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30" name="Freeform: Shape 15">
            <a:extLst xmlns:a="http://schemas.openxmlformats.org/drawingml/2006/main">
              <a:ext uri="{FF2B5EF4-FFF2-40B4-BE49-F238E27FC236}">
                <a16:creationId xmlns:a16="http://schemas.microsoft.com/office/drawing/2014/main" id="{1F069273-C2A7-3D8B-5203-4527BC8B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5443240" y="4775542"/>
            <a:ext cx="132375" cy="117482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rgbClr val="2C343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31" name="Oval 30">
            <a:extLst xmlns:a="http://schemas.openxmlformats.org/drawingml/2006/main">
              <a:ext uri="{FF2B5EF4-FFF2-40B4-BE49-F238E27FC236}">
                <a16:creationId xmlns:a16="http://schemas.microsoft.com/office/drawing/2014/main" id="{80AA5136-A18C-C2B6-E9C2-10452AF6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5127491" y="4813561"/>
            <a:ext cx="219908" cy="25945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5F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32" name="Freeform: Shape 17">
            <a:extLst xmlns:a="http://schemas.openxmlformats.org/drawingml/2006/main">
              <a:ext uri="{FF2B5EF4-FFF2-40B4-BE49-F238E27FC236}">
                <a16:creationId xmlns:a16="http://schemas.microsoft.com/office/drawing/2014/main" id="{9DF0C0FE-A9B3-F4DB-36E8-A044451C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5132021" y="4813561"/>
            <a:ext cx="132375" cy="117482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rgbClr val="2C343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abeçalho da Seção">
    <p:bg>
      <p:bgPr>
        <a:solidFill xmlns:a="http://schemas.openxmlformats.org/drawingml/2006/main">
          <a:schemeClr val="accent2">
            <a:lumMod val="60000"/>
            <a:lumOff val="40000"/>
          </a:schemeClr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reeform: Shape 8">
            <a:extLst xmlns:a="http://schemas.openxmlformats.org/drawingml/2006/main">
              <a:ext uri="{FF2B5EF4-FFF2-40B4-BE49-F238E27FC236}">
                <a16:creationId xmlns:a16="http://schemas.microsoft.com/office/drawing/2014/main" id="{5714BF7F-4D9A-6724-4323-AA2D7D6D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68660">
            <a:off x="-905498" y="1677624"/>
            <a:ext cx="12803897" cy="5197757"/>
          </a:xfrm>
          <a:custGeom xmlns:a="http://schemas.openxmlformats.org/drawingml/2006/main">
            <a:gdLst>
              <a:gd name="connsiteX0" fmla="*/ 0 w 12803897"/>
              <a:gd name="connsiteY0" fmla="*/ 215826 h 5197757"/>
              <a:gd name="connsiteX1" fmla="*/ 7265655 w 12803897"/>
              <a:gd name="connsiteY1" fmla="*/ 186960 h 5197757"/>
              <a:gd name="connsiteX2" fmla="*/ 7010816 w 12803897"/>
              <a:gd name="connsiteY2" fmla="*/ 1624595 h 5197757"/>
              <a:gd name="connsiteX3" fmla="*/ 6977045 w 12803897"/>
              <a:gd name="connsiteY3" fmla="*/ 1720315 h 5197757"/>
              <a:gd name="connsiteX4" fmla="*/ 7021935 w 12803897"/>
              <a:gd name="connsiteY4" fmla="*/ 1659818 h 5197757"/>
              <a:gd name="connsiteX5" fmla="*/ 9081366 w 12803897"/>
              <a:gd name="connsiteY5" fmla="*/ 191287 h 5197757"/>
              <a:gd name="connsiteX6" fmla="*/ 12803897 w 12803897"/>
              <a:gd name="connsiteY6" fmla="*/ 1329451 h 5197757"/>
              <a:gd name="connsiteX7" fmla="*/ 11646289 w 12803897"/>
              <a:gd name="connsiteY7" fmla="*/ 2444351 h 5197757"/>
              <a:gd name="connsiteX8" fmla="*/ 10703071 w 12803897"/>
              <a:gd name="connsiteY8" fmla="*/ 1801280 h 5197757"/>
              <a:gd name="connsiteX9" fmla="*/ 9611631 w 12803897"/>
              <a:gd name="connsiteY9" fmla="*/ 1844412 h 5197757"/>
              <a:gd name="connsiteX10" fmla="*/ 8242239 w 12803897"/>
              <a:gd name="connsiteY10" fmla="*/ 3063993 h 5197757"/>
              <a:gd name="connsiteX11" fmla="*/ 8285777 w 12803897"/>
              <a:gd name="connsiteY11" fmla="*/ 4735422 h 5197757"/>
              <a:gd name="connsiteX12" fmla="*/ 8288961 w 12803897"/>
              <a:gd name="connsiteY12" fmla="*/ 4740118 h 5197757"/>
              <a:gd name="connsiteX13" fmla="*/ 6708028 w 12803897"/>
              <a:gd name="connsiteY13" fmla="*/ 5197757 h 5197757"/>
              <a:gd name="connsiteX14" fmla="*/ 6590215 w 12803897"/>
              <a:gd name="connsiteY14" fmla="*/ 5015394 h 5197757"/>
              <a:gd name="connsiteX15" fmla="*/ 6381330 w 12803897"/>
              <a:gd name="connsiteY15" fmla="*/ 4559771 h 5197757"/>
              <a:gd name="connsiteX16" fmla="*/ 6446023 w 12803897"/>
              <a:gd name="connsiteY16" fmla="*/ 2638685 h 5197757"/>
              <a:gd name="connsiteX17" fmla="*/ 6579563 w 12803897"/>
              <a:gd name="connsiteY17" fmla="*/ 2344774 h 5197757"/>
              <a:gd name="connsiteX18" fmla="*/ 6581210 w 12803897"/>
              <a:gd name="connsiteY18" fmla="*/ 2341768 h 5197757"/>
              <a:gd name="connsiteX19" fmla="*/ 6390775 w 12803897"/>
              <a:gd name="connsiteY19" fmla="*/ 2558036 h 5197757"/>
              <a:gd name="connsiteX20" fmla="*/ 5091615 w 12803897"/>
              <a:gd name="connsiteY20" fmla="*/ 3522488 h 5197757"/>
              <a:gd name="connsiteX21" fmla="*/ 1850877 w 12803897"/>
              <a:gd name="connsiteY21" fmla="*/ 3321467 h 5197757"/>
              <a:gd name="connsiteX22" fmla="*/ 436663 w 12803897"/>
              <a:gd name="connsiteY22" fmla="*/ 1564029 h 5197757"/>
              <a:gd name="connsiteX23" fmla="*/ 0 w 12803897"/>
              <a:gd name="connsiteY23" fmla="*/ 215826 h 5197757"/>
            </a:gdLst>
            <a:rect l="l" t="t" r="r" b="b"/>
            <a:pathLst>
              <a:path w="12803897" h="5197757">
                <a:moveTo>
                  <a:pt x="0" y="215826"/>
                </a:moveTo>
                <a:cubicBezTo>
                  <a:pt x="2348676" y="46033"/>
                  <a:pt x="4889223" y="185711"/>
                  <a:pt x="7265655" y="186960"/>
                </a:cubicBezTo>
                <a:cubicBezTo>
                  <a:pt x="7338978" y="202764"/>
                  <a:pt x="7199484" y="1058103"/>
                  <a:pt x="7010816" y="1624595"/>
                </a:cubicBezTo>
                <a:lnTo>
                  <a:pt x="6977045" y="1720315"/>
                </a:lnTo>
                <a:lnTo>
                  <a:pt x="7021935" y="1659818"/>
                </a:lnTo>
                <a:cubicBezTo>
                  <a:pt x="7485497" y="1064003"/>
                  <a:pt x="8182247" y="453886"/>
                  <a:pt x="9081366" y="191287"/>
                </a:cubicBezTo>
                <a:cubicBezTo>
                  <a:pt x="11123560" y="-313606"/>
                  <a:pt x="11383778" y="220443"/>
                  <a:pt x="12803897" y="1329451"/>
                </a:cubicBezTo>
                <a:lnTo>
                  <a:pt x="11646289" y="2444351"/>
                </a:lnTo>
                <a:cubicBezTo>
                  <a:pt x="11284679" y="2199999"/>
                  <a:pt x="11054493" y="1963438"/>
                  <a:pt x="10703071" y="1801280"/>
                </a:cubicBezTo>
                <a:cubicBezTo>
                  <a:pt x="10378558" y="1707199"/>
                  <a:pt x="9981450" y="1777345"/>
                  <a:pt x="9611631" y="1844412"/>
                </a:cubicBezTo>
                <a:cubicBezTo>
                  <a:pt x="9097720" y="2060654"/>
                  <a:pt x="8463216" y="2582157"/>
                  <a:pt x="8242239" y="3063993"/>
                </a:cubicBezTo>
                <a:cubicBezTo>
                  <a:pt x="8021263" y="3545828"/>
                  <a:pt x="7876899" y="4115955"/>
                  <a:pt x="8285777" y="4735422"/>
                </a:cubicBezTo>
                <a:lnTo>
                  <a:pt x="8288961" y="4740118"/>
                </a:lnTo>
                <a:lnTo>
                  <a:pt x="6708028" y="5197757"/>
                </a:lnTo>
                <a:lnTo>
                  <a:pt x="6590215" y="5015394"/>
                </a:lnTo>
                <a:cubicBezTo>
                  <a:pt x="6498240" y="4860843"/>
                  <a:pt x="6423367" y="4705884"/>
                  <a:pt x="6381330" y="4559771"/>
                </a:cubicBezTo>
                <a:cubicBezTo>
                  <a:pt x="6213182" y="3975320"/>
                  <a:pt x="6196391" y="3529915"/>
                  <a:pt x="6446023" y="2638685"/>
                </a:cubicBezTo>
                <a:cubicBezTo>
                  <a:pt x="6480551" y="2549005"/>
                  <a:pt x="6525147" y="2450070"/>
                  <a:pt x="6579563" y="2344774"/>
                </a:cubicBezTo>
                <a:lnTo>
                  <a:pt x="6581210" y="2341768"/>
                </a:lnTo>
                <a:lnTo>
                  <a:pt x="6390775" y="2558036"/>
                </a:lnTo>
                <a:cubicBezTo>
                  <a:pt x="6006743" y="2965774"/>
                  <a:pt x="5514858" y="3354069"/>
                  <a:pt x="5091615" y="3522488"/>
                </a:cubicBezTo>
                <a:cubicBezTo>
                  <a:pt x="4315803" y="3679339"/>
                  <a:pt x="2736973" y="3646373"/>
                  <a:pt x="1850877" y="3321467"/>
                </a:cubicBezTo>
                <a:cubicBezTo>
                  <a:pt x="1022674" y="2895235"/>
                  <a:pt x="734136" y="2091994"/>
                  <a:pt x="436663" y="1564029"/>
                </a:cubicBezTo>
                <a:cubicBezTo>
                  <a:pt x="316759" y="1197444"/>
                  <a:pt x="278132" y="1047856"/>
                  <a:pt x="0" y="215826"/>
                </a:cubicBezTo>
                <a:close/>
              </a:path>
            </a:pathLst>
          </a:custGeom>
          <a:solidFill xmlns:a="http://schemas.openxmlformats.org/drawingml/2006/main">
            <a:schemeClr val="bg2">
              <a:alpha val="12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786A1A-F56A-1CFB-EBA5-B8B2AF1FB4B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00790" y="2880794"/>
            <a:ext cx="7813623" cy="3702571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>
              <a:buNone/>
              <a:defRPr sz="8000">
                <a:solidFill>
                  <a:schemeClr val="accent3">
                    <a:lumMod val="75000"/>
                  </a:schemeClr>
                </a:solidFill>
              </a:defRPr>
            </a:lvl1pPr>
          </a:lstStyle>
          <a:p xmlns:a="http://schemas.openxmlformats.org/drawingml/2006/main">
            <a:r>
              <a:t>Section Header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07C5F7-587C-87C6-CAF8-A612BCDB22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00790" y="256032"/>
            <a:ext cx="3256613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D89F01-23DF-7F47-AE88-C42313662C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647014-48DE-DE03-E331-DB15BAA268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0790" y="1834373"/>
            <a:ext cx="4451073" cy="1447313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776439" y="1834374"/>
            <a:ext cx="4566440" cy="37228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776439" y="6356350"/>
            <a:ext cx="3172685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7" name="Freeform: Shape 6">
            <a:extLst xmlns:a="http://schemas.openxmlformats.org/drawingml/2006/main">
              <a:ext uri="{FF2B5EF4-FFF2-40B4-BE49-F238E27FC236}">
                <a16:creationId xmlns:a16="http://schemas.microsoft.com/office/drawing/2014/main" id="{71F306B8-9596-E7B4-B1A3-AEE40DF4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1603" flipH="1" flipV="1">
            <a:off x="572309" y="5403881"/>
            <a:ext cx="2210866" cy="1146496"/>
          </a:xfrm>
          <a:custGeom xmlns:a="http://schemas.openxmlformats.org/drawingml/2006/main"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574680"/>
              <a:gd name="connsiteY0" fmla="*/ 0 h 3089347"/>
              <a:gd name="connsiteX1" fmla="*/ 4574680 w 4574680"/>
              <a:gd name="connsiteY1" fmla="*/ 1365633 h 3089347"/>
              <a:gd name="connsiteX2" fmla="*/ 3916054 w 4574680"/>
              <a:gd name="connsiteY2" fmla="*/ 2615611 h 3089347"/>
              <a:gd name="connsiteX3" fmla="*/ 3225585 w 4574680"/>
              <a:gd name="connsiteY3" fmla="*/ 2984244 h 3089347"/>
              <a:gd name="connsiteX4" fmla="*/ 2247563 w 4574680"/>
              <a:gd name="connsiteY4" fmla="*/ 3086503 h 3089347"/>
              <a:gd name="connsiteX5" fmla="*/ 1234115 w 4574680"/>
              <a:gd name="connsiteY5" fmla="*/ 3023051 h 3089347"/>
              <a:gd name="connsiteX6" fmla="*/ 155089 w 4574680"/>
              <a:gd name="connsiteY6" fmla="*/ 2034602 h 3089347"/>
              <a:gd name="connsiteX7" fmla="*/ 13820 w 4574680"/>
              <a:gd name="connsiteY7" fmla="*/ 1186120 h 3089347"/>
              <a:gd name="connsiteX8" fmla="*/ 1930 w 4574680"/>
              <a:gd name="connsiteY8" fmla="*/ 0 h 3089347"/>
              <a:gd name="connsiteX0" fmla="*/ 0 w 4560860"/>
              <a:gd name="connsiteY0" fmla="*/ 55958 h 1959185"/>
              <a:gd name="connsiteX1" fmla="*/ 4560860 w 4560860"/>
              <a:gd name="connsiteY1" fmla="*/ 235471 h 1959185"/>
              <a:gd name="connsiteX2" fmla="*/ 3902234 w 4560860"/>
              <a:gd name="connsiteY2" fmla="*/ 1485449 h 1959185"/>
              <a:gd name="connsiteX3" fmla="*/ 3211765 w 4560860"/>
              <a:gd name="connsiteY3" fmla="*/ 1854082 h 1959185"/>
              <a:gd name="connsiteX4" fmla="*/ 2233743 w 4560860"/>
              <a:gd name="connsiteY4" fmla="*/ 1956341 h 1959185"/>
              <a:gd name="connsiteX5" fmla="*/ 1220295 w 4560860"/>
              <a:gd name="connsiteY5" fmla="*/ 1892889 h 1959185"/>
              <a:gd name="connsiteX6" fmla="*/ 141269 w 4560860"/>
              <a:gd name="connsiteY6" fmla="*/ 904440 h 1959185"/>
              <a:gd name="connsiteX7" fmla="*/ 0 w 4560860"/>
              <a:gd name="connsiteY7" fmla="*/ 55958 h 1959185"/>
              <a:gd name="connsiteX0" fmla="*/ 0 w 4419591"/>
              <a:gd name="connsiteY0" fmla="*/ 681456 h 1736201"/>
              <a:gd name="connsiteX1" fmla="*/ 4419591 w 4419591"/>
              <a:gd name="connsiteY1" fmla="*/ 12487 h 1736201"/>
              <a:gd name="connsiteX2" fmla="*/ 3760965 w 4419591"/>
              <a:gd name="connsiteY2" fmla="*/ 1262465 h 1736201"/>
              <a:gd name="connsiteX3" fmla="*/ 3070496 w 4419591"/>
              <a:gd name="connsiteY3" fmla="*/ 1631098 h 1736201"/>
              <a:gd name="connsiteX4" fmla="*/ 2092474 w 4419591"/>
              <a:gd name="connsiteY4" fmla="*/ 1733357 h 1736201"/>
              <a:gd name="connsiteX5" fmla="*/ 1079026 w 4419591"/>
              <a:gd name="connsiteY5" fmla="*/ 1669905 h 1736201"/>
              <a:gd name="connsiteX6" fmla="*/ 0 w 4419591"/>
              <a:gd name="connsiteY6" fmla="*/ 681456 h 1736201"/>
              <a:gd name="connsiteX0" fmla="*/ 0 w 4444077"/>
              <a:gd name="connsiteY0" fmla="*/ 278206 h 1768127"/>
              <a:gd name="connsiteX1" fmla="*/ 4444077 w 4444077"/>
              <a:gd name="connsiteY1" fmla="*/ 44413 h 1768127"/>
              <a:gd name="connsiteX2" fmla="*/ 3785451 w 4444077"/>
              <a:gd name="connsiteY2" fmla="*/ 1294391 h 1768127"/>
              <a:gd name="connsiteX3" fmla="*/ 3094982 w 4444077"/>
              <a:gd name="connsiteY3" fmla="*/ 1663024 h 1768127"/>
              <a:gd name="connsiteX4" fmla="*/ 2116960 w 4444077"/>
              <a:gd name="connsiteY4" fmla="*/ 1765283 h 1768127"/>
              <a:gd name="connsiteX5" fmla="*/ 1103512 w 4444077"/>
              <a:gd name="connsiteY5" fmla="*/ 1701831 h 1768127"/>
              <a:gd name="connsiteX6" fmla="*/ 0 w 4444077"/>
              <a:gd name="connsiteY6" fmla="*/ 278206 h 176812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3650 h 1743571"/>
              <a:gd name="connsiteX1" fmla="*/ 4444077 w 4444077"/>
              <a:gd name="connsiteY1" fmla="*/ 19857 h 1743571"/>
              <a:gd name="connsiteX2" fmla="*/ 3785451 w 4444077"/>
              <a:gd name="connsiteY2" fmla="*/ 1269835 h 1743571"/>
              <a:gd name="connsiteX3" fmla="*/ 3094982 w 4444077"/>
              <a:gd name="connsiteY3" fmla="*/ 1638468 h 1743571"/>
              <a:gd name="connsiteX4" fmla="*/ 2116960 w 4444077"/>
              <a:gd name="connsiteY4" fmla="*/ 1740727 h 1743571"/>
              <a:gd name="connsiteX5" fmla="*/ 1103512 w 4444077"/>
              <a:gd name="connsiteY5" fmla="*/ 1677275 h 1743571"/>
              <a:gd name="connsiteX6" fmla="*/ 0 w 4444077"/>
              <a:gd name="connsiteY6" fmla="*/ 253650 h 1743571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</a:gdLst>
            <a:rect l="l" t="t" r="r" b="b"/>
            <a:pathLst>
              <a:path w="4444077" h="1723714">
                <a:moveTo>
                  <a:pt x="0" y="233793"/>
                </a:moveTo>
                <a:cubicBezTo>
                  <a:pt x="1291362" y="189652"/>
                  <a:pt x="3168354" y="57895"/>
                  <a:pt x="4444077" y="0"/>
                </a:cubicBezTo>
                <a:cubicBezTo>
                  <a:pt x="4352550" y="749432"/>
                  <a:pt x="4165621" y="965526"/>
                  <a:pt x="3785451" y="1249978"/>
                </a:cubicBezTo>
                <a:cubicBezTo>
                  <a:pt x="3673777" y="1343004"/>
                  <a:pt x="3277609" y="1550393"/>
                  <a:pt x="3094982" y="1618611"/>
                </a:cubicBezTo>
                <a:cubicBezTo>
                  <a:pt x="2720022" y="1693312"/>
                  <a:pt x="2448872" y="1714402"/>
                  <a:pt x="2116960" y="1720870"/>
                </a:cubicBezTo>
                <a:cubicBezTo>
                  <a:pt x="1785048" y="1727338"/>
                  <a:pt x="1342148" y="1728723"/>
                  <a:pt x="1103512" y="1657418"/>
                </a:cubicBezTo>
                <a:cubicBezTo>
                  <a:pt x="754766" y="1482101"/>
                  <a:pt x="340352" y="1121045"/>
                  <a:pt x="0" y="233793"/>
                </a:cubicBezTo>
                <a:close/>
              </a:path>
            </a:pathLst>
          </a:cu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Star: 7 Points 2">
            <a:extLst xmlns:a="http://schemas.openxmlformats.org/drawingml/2006/main">
              <a:ext uri="{FF2B5EF4-FFF2-40B4-BE49-F238E27FC236}">
                <a16:creationId xmlns:a16="http://schemas.microsoft.com/office/drawing/2014/main" id="{F82C3035-0D94-8ADF-0DE8-0556DA54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062601">
            <a:off x="1686615" y="3570969"/>
            <a:ext cx="1886784" cy="1900950"/>
          </a:xfrm>
          <a:custGeom xmlns:a="http://schemas.openxmlformats.org/drawingml/2006/main"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Freeform: Shape 8">
            <a:extLst xmlns:a="http://schemas.openxmlformats.org/drawingml/2006/main">
              <a:ext uri="{FF2B5EF4-FFF2-40B4-BE49-F238E27FC236}">
                <a16:creationId xmlns:a16="http://schemas.microsoft.com/office/drawing/2014/main" id="{EFBA6A1D-A642-FFEA-C959-A64BD06A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7755581">
            <a:off x="2689157" y="5224197"/>
            <a:ext cx="2003020" cy="1096769"/>
          </a:xfrm>
          <a:custGeom xmlns:a="http://schemas.openxmlformats.org/drawingml/2006/main"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660758"/>
              <a:gd name="connsiteY0" fmla="*/ 1967436 h 1967436"/>
              <a:gd name="connsiteX1" fmla="*/ 103200 w 3660758"/>
              <a:gd name="connsiteY1" fmla="*/ 1967436 h 1967436"/>
              <a:gd name="connsiteX2" fmla="*/ 96094 w 3660758"/>
              <a:gd name="connsiteY2" fmla="*/ 1904172 h 1967436"/>
              <a:gd name="connsiteX3" fmla="*/ 30923 w 3660758"/>
              <a:gd name="connsiteY3" fmla="*/ 873691 h 1967436"/>
              <a:gd name="connsiteX4" fmla="*/ 12232 w 3660758"/>
              <a:gd name="connsiteY4" fmla="*/ 0 h 1967436"/>
              <a:gd name="connsiteX5" fmla="*/ 3416309 w 3660758"/>
              <a:gd name="connsiteY5" fmla="*/ 4176 h 1967436"/>
              <a:gd name="connsiteX6" fmla="*/ 3389093 w 3660758"/>
              <a:gd name="connsiteY6" fmla="*/ 1921570 h 1967436"/>
              <a:gd name="connsiteX7" fmla="*/ 3383099 w 3660758"/>
              <a:gd name="connsiteY7" fmla="*/ 1967436 h 1967436"/>
              <a:gd name="connsiteX0" fmla="*/ 3383099 w 3431409"/>
              <a:gd name="connsiteY0" fmla="*/ 1967436 h 1967436"/>
              <a:gd name="connsiteX1" fmla="*/ 103200 w 3431409"/>
              <a:gd name="connsiteY1" fmla="*/ 1967436 h 1967436"/>
              <a:gd name="connsiteX2" fmla="*/ 96094 w 3431409"/>
              <a:gd name="connsiteY2" fmla="*/ 1904172 h 1967436"/>
              <a:gd name="connsiteX3" fmla="*/ 30923 w 3431409"/>
              <a:gd name="connsiteY3" fmla="*/ 873691 h 1967436"/>
              <a:gd name="connsiteX4" fmla="*/ 12232 w 3431409"/>
              <a:gd name="connsiteY4" fmla="*/ 0 h 1967436"/>
              <a:gd name="connsiteX5" fmla="*/ 3416309 w 3431409"/>
              <a:gd name="connsiteY5" fmla="*/ 4176 h 1967436"/>
              <a:gd name="connsiteX6" fmla="*/ 3389093 w 3431409"/>
              <a:gd name="connsiteY6" fmla="*/ 1921570 h 1967436"/>
              <a:gd name="connsiteX7" fmla="*/ 3383099 w 3431409"/>
              <a:gd name="connsiteY7" fmla="*/ 1967436 h 1967436"/>
            </a:gdLst>
            <a:rect l="l" t="t" r="r" b="b"/>
            <a:pathLst>
              <a:path w="3431409" h="1967436">
                <a:moveTo>
                  <a:pt x="3383099" y="1967436"/>
                </a:moveTo>
                <a:lnTo>
                  <a:pt x="103200" y="1967436"/>
                </a:lnTo>
                <a:lnTo>
                  <a:pt x="96094" y="1904172"/>
                </a:lnTo>
                <a:cubicBezTo>
                  <a:pt x="59860" y="1517992"/>
                  <a:pt x="52689" y="1111230"/>
                  <a:pt x="30923" y="873691"/>
                </a:cubicBezTo>
                <a:cubicBezTo>
                  <a:pt x="8050" y="534740"/>
                  <a:pt x="-14733" y="250973"/>
                  <a:pt x="12232" y="0"/>
                </a:cubicBezTo>
                <a:lnTo>
                  <a:pt x="3416309" y="4176"/>
                </a:lnTo>
                <a:cubicBezTo>
                  <a:pt x="3460337" y="1363846"/>
                  <a:pt x="3394628" y="1594360"/>
                  <a:pt x="3389093" y="1921570"/>
                </a:cubicBezTo>
                <a:lnTo>
                  <a:pt x="3383099" y="1967436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EB2478F-A743-FE6F-6997-12E196EE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262796" flipH="0" flipV="1">
            <a:off x="2301013" y="4332112"/>
            <a:ext cx="250414" cy="295443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Freeform: Shape 11">
            <a:extLst xmlns:a="http://schemas.openxmlformats.org/drawingml/2006/main">
              <a:ext uri="{FF2B5EF4-FFF2-40B4-BE49-F238E27FC236}">
                <a16:creationId xmlns:a16="http://schemas.microsoft.com/office/drawing/2014/main" id="{5391B45E-F469-B6A8-F28E-A7F30582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622065" flipH="0" flipV="1">
            <a:off x="2436799" y="4421312"/>
            <a:ext cx="149879" cy="131537"/>
          </a:xfrm>
          <a:custGeom xmlns:a="http://schemas.openxmlformats.org/drawingml/2006/main">
            <a:gdLst>
              <a:gd name="connsiteX0" fmla="*/ 149879 w 149879"/>
              <a:gd name="connsiteY0" fmla="*/ 105628 h 131537"/>
              <a:gd name="connsiteX1" fmla="*/ 147897 w 149879"/>
              <a:gd name="connsiteY1" fmla="*/ 97833 h 131537"/>
              <a:gd name="connsiteX2" fmla="*/ 115021 w 149879"/>
              <a:gd name="connsiteY2" fmla="*/ 49643 h 131537"/>
              <a:gd name="connsiteX3" fmla="*/ 16070 w 149879"/>
              <a:gd name="connsiteY3" fmla="*/ 0 h 131537"/>
              <a:gd name="connsiteX4" fmla="*/ 4741 w 149879"/>
              <a:gd name="connsiteY4" fmla="*/ 1093 h 131537"/>
              <a:gd name="connsiteX5" fmla="*/ 2207 w 149879"/>
              <a:gd name="connsiteY5" fmla="*/ 2021 h 131537"/>
              <a:gd name="connsiteX6" fmla="*/ 878 w 149879"/>
              <a:gd name="connsiteY6" fmla="*/ 7595 h 131537"/>
              <a:gd name="connsiteX7" fmla="*/ 85594 w 149879"/>
              <a:gd name="connsiteY7" fmla="*/ 131308 h 131537"/>
              <a:gd name="connsiteX8" fmla="*/ 122784 w 149879"/>
              <a:gd name="connsiteY8" fmla="*/ 124978 h 131537"/>
            </a:gdLst>
            <a:rect l="l" t="t" r="r" b="b"/>
            <a:pathLst>
              <a:path w="149879" h="131537">
                <a:moveTo>
                  <a:pt x="149879" y="105628"/>
                </a:moveTo>
                <a:lnTo>
                  <a:pt x="147897" y="97833"/>
                </a:lnTo>
                <a:cubicBezTo>
                  <a:pt x="140174" y="80720"/>
                  <a:pt x="129193" y="64312"/>
                  <a:pt x="115021" y="49643"/>
                </a:cubicBezTo>
                <a:cubicBezTo>
                  <a:pt x="86678" y="20305"/>
                  <a:pt x="50939" y="3482"/>
                  <a:pt x="16070" y="0"/>
                </a:cubicBezTo>
                <a:lnTo>
                  <a:pt x="4741" y="1093"/>
                </a:lnTo>
                <a:lnTo>
                  <a:pt x="2207" y="2021"/>
                </a:lnTo>
                <a:lnTo>
                  <a:pt x="878" y="7595"/>
                </a:lnTo>
                <a:cubicBezTo>
                  <a:pt x="-6520" y="84025"/>
                  <a:pt x="33831" y="127304"/>
                  <a:pt x="85594" y="131308"/>
                </a:cubicBezTo>
                <a:cubicBezTo>
                  <a:pt x="98535" y="132309"/>
                  <a:pt x="111115" y="130004"/>
                  <a:pt x="122784" y="124978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0C4706A5-7A0D-5A74-03B7-BC81D731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262796" flipH="0" flipV="1">
            <a:off x="2714444" y="4314649"/>
            <a:ext cx="250414" cy="295443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Freeform: Shape 13">
            <a:extLst xmlns:a="http://schemas.openxmlformats.org/drawingml/2006/main">
              <a:ext uri="{FF2B5EF4-FFF2-40B4-BE49-F238E27FC236}">
                <a16:creationId xmlns:a16="http://schemas.microsoft.com/office/drawing/2014/main" id="{0F770CF4-B3EE-6232-E447-04277D5F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622065" flipH="0" flipV="1">
            <a:off x="2850230" y="4403849"/>
            <a:ext cx="149879" cy="131537"/>
          </a:xfrm>
          <a:custGeom xmlns:a="http://schemas.openxmlformats.org/drawingml/2006/main">
            <a:gdLst>
              <a:gd name="connsiteX0" fmla="*/ 149879 w 149879"/>
              <a:gd name="connsiteY0" fmla="*/ 105628 h 131537"/>
              <a:gd name="connsiteX1" fmla="*/ 147897 w 149879"/>
              <a:gd name="connsiteY1" fmla="*/ 97833 h 131537"/>
              <a:gd name="connsiteX2" fmla="*/ 115021 w 149879"/>
              <a:gd name="connsiteY2" fmla="*/ 49643 h 131537"/>
              <a:gd name="connsiteX3" fmla="*/ 16070 w 149879"/>
              <a:gd name="connsiteY3" fmla="*/ 0 h 131537"/>
              <a:gd name="connsiteX4" fmla="*/ 4741 w 149879"/>
              <a:gd name="connsiteY4" fmla="*/ 1093 h 131537"/>
              <a:gd name="connsiteX5" fmla="*/ 2207 w 149879"/>
              <a:gd name="connsiteY5" fmla="*/ 2021 h 131537"/>
              <a:gd name="connsiteX6" fmla="*/ 878 w 149879"/>
              <a:gd name="connsiteY6" fmla="*/ 7595 h 131537"/>
              <a:gd name="connsiteX7" fmla="*/ 85594 w 149879"/>
              <a:gd name="connsiteY7" fmla="*/ 131308 h 131537"/>
              <a:gd name="connsiteX8" fmla="*/ 122784 w 149879"/>
              <a:gd name="connsiteY8" fmla="*/ 124978 h 131537"/>
            </a:gdLst>
            <a:rect l="l" t="t" r="r" b="b"/>
            <a:pathLst>
              <a:path w="149879" h="131537">
                <a:moveTo>
                  <a:pt x="149879" y="105628"/>
                </a:moveTo>
                <a:lnTo>
                  <a:pt x="147897" y="97833"/>
                </a:lnTo>
                <a:cubicBezTo>
                  <a:pt x="140174" y="80720"/>
                  <a:pt x="129193" y="64312"/>
                  <a:pt x="115021" y="49643"/>
                </a:cubicBezTo>
                <a:cubicBezTo>
                  <a:pt x="86678" y="20305"/>
                  <a:pt x="50939" y="3482"/>
                  <a:pt x="16070" y="0"/>
                </a:cubicBezTo>
                <a:lnTo>
                  <a:pt x="4741" y="1093"/>
                </a:lnTo>
                <a:lnTo>
                  <a:pt x="2207" y="2021"/>
                </a:lnTo>
                <a:lnTo>
                  <a:pt x="878" y="7595"/>
                </a:lnTo>
                <a:cubicBezTo>
                  <a:pt x="-6520" y="84025"/>
                  <a:pt x="33831" y="127304"/>
                  <a:pt x="85594" y="131308"/>
                </a:cubicBezTo>
                <a:cubicBezTo>
                  <a:pt x="98535" y="132309"/>
                  <a:pt x="111115" y="130004"/>
                  <a:pt x="122784" y="124978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BCB3267D-E15A-62E4-B97B-11578A25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784107">
            <a:off x="2582081" y="4689445"/>
            <a:ext cx="124751" cy="137337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Freeform: Shape 16">
            <a:extLst xmlns:a="http://schemas.openxmlformats.org/drawingml/2006/main">
              <a:ext uri="{FF2B5EF4-FFF2-40B4-BE49-F238E27FC236}">
                <a16:creationId xmlns:a16="http://schemas.microsoft.com/office/drawing/2014/main" id="{AAF28E9C-654B-9B53-91F1-68F6C59A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636109" flipH="1" flipV="0">
            <a:off x="-10890357" y="5791125"/>
            <a:ext cx="99594" cy="161665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147499"/>
              <a:gd name="connsiteX1" fmla="*/ 99248 w 202239"/>
              <a:gd name="connsiteY1" fmla="*/ 147488 h 147499"/>
              <a:gd name="connsiteX2" fmla="*/ 202239 w 202239"/>
              <a:gd name="connsiteY2" fmla="*/ 0 h 147499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186642"/>
              <a:gd name="connsiteY0" fmla="*/ 5652 h 147497"/>
              <a:gd name="connsiteX1" fmla="*/ 83651 w 186642"/>
              <a:gd name="connsiteY1" fmla="*/ 147488 h 147497"/>
              <a:gd name="connsiteX2" fmla="*/ 186642 w 186642"/>
              <a:gd name="connsiteY2" fmla="*/ 0 h 147497"/>
              <a:gd name="connsiteX0" fmla="*/ 0 w 158137"/>
              <a:gd name="connsiteY0" fmla="*/ 0 h 141842"/>
              <a:gd name="connsiteX1" fmla="*/ 83651 w 158137"/>
              <a:gd name="connsiteY1" fmla="*/ 141836 h 141842"/>
              <a:gd name="connsiteX2" fmla="*/ 158137 w 158137"/>
              <a:gd name="connsiteY2" fmla="*/ 4542 h 141842"/>
              <a:gd name="connsiteX0" fmla="*/ 0 w 158137"/>
              <a:gd name="connsiteY0" fmla="*/ 0 h 141868"/>
              <a:gd name="connsiteX1" fmla="*/ 83651 w 158137"/>
              <a:gd name="connsiteY1" fmla="*/ 141836 h 141868"/>
              <a:gd name="connsiteX2" fmla="*/ 158137 w 158137"/>
              <a:gd name="connsiteY2" fmla="*/ 4542 h 141868"/>
              <a:gd name="connsiteX0" fmla="*/ 0 w 148087"/>
              <a:gd name="connsiteY0" fmla="*/ 0 h 141840"/>
              <a:gd name="connsiteX1" fmla="*/ 83651 w 148087"/>
              <a:gd name="connsiteY1" fmla="*/ 141836 h 141840"/>
              <a:gd name="connsiteX2" fmla="*/ 148087 w 148087"/>
              <a:gd name="connsiteY2" fmla="*/ 3883 h 141840"/>
              <a:gd name="connsiteX0" fmla="*/ 0 w 148087"/>
              <a:gd name="connsiteY0" fmla="*/ 0 h 141841"/>
              <a:gd name="connsiteX1" fmla="*/ 83651 w 148087"/>
              <a:gd name="connsiteY1" fmla="*/ 141836 h 141841"/>
              <a:gd name="connsiteX2" fmla="*/ 148087 w 148087"/>
              <a:gd name="connsiteY2" fmla="*/ 3883 h 141841"/>
              <a:gd name="connsiteX0" fmla="*/ 0 w 148087"/>
              <a:gd name="connsiteY0" fmla="*/ 0 h 141836"/>
              <a:gd name="connsiteX1" fmla="*/ 83651 w 148087"/>
              <a:gd name="connsiteY1" fmla="*/ 141836 h 141836"/>
              <a:gd name="connsiteX2" fmla="*/ 148087 w 148087"/>
              <a:gd name="connsiteY2" fmla="*/ 3883 h 141836"/>
              <a:gd name="connsiteX0" fmla="*/ 0 w 127644"/>
              <a:gd name="connsiteY0" fmla="*/ 3287 h 145126"/>
              <a:gd name="connsiteX1" fmla="*/ 83651 w 127644"/>
              <a:gd name="connsiteY1" fmla="*/ 145123 h 145126"/>
              <a:gd name="connsiteX2" fmla="*/ 127644 w 127644"/>
              <a:gd name="connsiteY2" fmla="*/ 0 h 145126"/>
              <a:gd name="connsiteX0" fmla="*/ 0 w 127644"/>
              <a:gd name="connsiteY0" fmla="*/ 3287 h 145127"/>
              <a:gd name="connsiteX1" fmla="*/ 83651 w 127644"/>
              <a:gd name="connsiteY1" fmla="*/ 145123 h 145127"/>
              <a:gd name="connsiteX2" fmla="*/ 127644 w 127644"/>
              <a:gd name="connsiteY2" fmla="*/ 0 h 145127"/>
              <a:gd name="connsiteX0" fmla="*/ 0 w 111281"/>
              <a:gd name="connsiteY0" fmla="*/ 4905 h 146748"/>
              <a:gd name="connsiteX1" fmla="*/ 83651 w 111281"/>
              <a:gd name="connsiteY1" fmla="*/ 146741 h 146748"/>
              <a:gd name="connsiteX2" fmla="*/ 111281 w 111281"/>
              <a:gd name="connsiteY2" fmla="*/ 0 h 146748"/>
              <a:gd name="connsiteX0" fmla="*/ 0 w 111281"/>
              <a:gd name="connsiteY0" fmla="*/ 4905 h 146914"/>
              <a:gd name="connsiteX1" fmla="*/ 83651 w 111281"/>
              <a:gd name="connsiteY1" fmla="*/ 146741 h 146914"/>
              <a:gd name="connsiteX2" fmla="*/ 111281 w 111281"/>
              <a:gd name="connsiteY2" fmla="*/ 0 h 146914"/>
            </a:gdLst>
            <a:rect l="l" t="t" r="r" b="b"/>
            <a:pathLst>
              <a:path w="111281" h="146914">
                <a:moveTo>
                  <a:pt x="0" y="4905"/>
                </a:moveTo>
                <a:cubicBezTo>
                  <a:pt x="42748" y="79468"/>
                  <a:pt x="72320" y="142563"/>
                  <a:pt x="83651" y="146741"/>
                </a:cubicBezTo>
                <a:cubicBezTo>
                  <a:pt x="94982" y="150919"/>
                  <a:pt x="92190" y="78958"/>
                  <a:pt x="111281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Freeform: Shape 17">
            <a:extLst xmlns:a="http://schemas.openxmlformats.org/drawingml/2006/main">
              <a:ext uri="{FF2B5EF4-FFF2-40B4-BE49-F238E27FC236}">
                <a16:creationId xmlns:a16="http://schemas.microsoft.com/office/drawing/2014/main" id="{91C93B7D-C257-A7A0-B694-081E9CAB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5963891" flipH="0" flipV="0">
            <a:off x="-10522734" y="5811440"/>
            <a:ext cx="99594" cy="161665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147499"/>
              <a:gd name="connsiteX1" fmla="*/ 99248 w 202239"/>
              <a:gd name="connsiteY1" fmla="*/ 147488 h 147499"/>
              <a:gd name="connsiteX2" fmla="*/ 202239 w 202239"/>
              <a:gd name="connsiteY2" fmla="*/ 0 h 147499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186642"/>
              <a:gd name="connsiteY0" fmla="*/ 5652 h 147497"/>
              <a:gd name="connsiteX1" fmla="*/ 83651 w 186642"/>
              <a:gd name="connsiteY1" fmla="*/ 147488 h 147497"/>
              <a:gd name="connsiteX2" fmla="*/ 186642 w 186642"/>
              <a:gd name="connsiteY2" fmla="*/ 0 h 147497"/>
              <a:gd name="connsiteX0" fmla="*/ 0 w 158137"/>
              <a:gd name="connsiteY0" fmla="*/ 0 h 141842"/>
              <a:gd name="connsiteX1" fmla="*/ 83651 w 158137"/>
              <a:gd name="connsiteY1" fmla="*/ 141836 h 141842"/>
              <a:gd name="connsiteX2" fmla="*/ 158137 w 158137"/>
              <a:gd name="connsiteY2" fmla="*/ 4542 h 141842"/>
              <a:gd name="connsiteX0" fmla="*/ 0 w 158137"/>
              <a:gd name="connsiteY0" fmla="*/ 0 h 141868"/>
              <a:gd name="connsiteX1" fmla="*/ 83651 w 158137"/>
              <a:gd name="connsiteY1" fmla="*/ 141836 h 141868"/>
              <a:gd name="connsiteX2" fmla="*/ 158137 w 158137"/>
              <a:gd name="connsiteY2" fmla="*/ 4542 h 141868"/>
              <a:gd name="connsiteX0" fmla="*/ 0 w 148087"/>
              <a:gd name="connsiteY0" fmla="*/ 0 h 141840"/>
              <a:gd name="connsiteX1" fmla="*/ 83651 w 148087"/>
              <a:gd name="connsiteY1" fmla="*/ 141836 h 141840"/>
              <a:gd name="connsiteX2" fmla="*/ 148087 w 148087"/>
              <a:gd name="connsiteY2" fmla="*/ 3883 h 141840"/>
              <a:gd name="connsiteX0" fmla="*/ 0 w 148087"/>
              <a:gd name="connsiteY0" fmla="*/ 0 h 141841"/>
              <a:gd name="connsiteX1" fmla="*/ 83651 w 148087"/>
              <a:gd name="connsiteY1" fmla="*/ 141836 h 141841"/>
              <a:gd name="connsiteX2" fmla="*/ 148087 w 148087"/>
              <a:gd name="connsiteY2" fmla="*/ 3883 h 141841"/>
              <a:gd name="connsiteX0" fmla="*/ 0 w 148087"/>
              <a:gd name="connsiteY0" fmla="*/ 0 h 141836"/>
              <a:gd name="connsiteX1" fmla="*/ 83651 w 148087"/>
              <a:gd name="connsiteY1" fmla="*/ 141836 h 141836"/>
              <a:gd name="connsiteX2" fmla="*/ 148087 w 148087"/>
              <a:gd name="connsiteY2" fmla="*/ 3883 h 141836"/>
              <a:gd name="connsiteX0" fmla="*/ 0 w 127644"/>
              <a:gd name="connsiteY0" fmla="*/ 3287 h 145126"/>
              <a:gd name="connsiteX1" fmla="*/ 83651 w 127644"/>
              <a:gd name="connsiteY1" fmla="*/ 145123 h 145126"/>
              <a:gd name="connsiteX2" fmla="*/ 127644 w 127644"/>
              <a:gd name="connsiteY2" fmla="*/ 0 h 145126"/>
              <a:gd name="connsiteX0" fmla="*/ 0 w 127644"/>
              <a:gd name="connsiteY0" fmla="*/ 3287 h 145127"/>
              <a:gd name="connsiteX1" fmla="*/ 83651 w 127644"/>
              <a:gd name="connsiteY1" fmla="*/ 145123 h 145127"/>
              <a:gd name="connsiteX2" fmla="*/ 127644 w 127644"/>
              <a:gd name="connsiteY2" fmla="*/ 0 h 145127"/>
              <a:gd name="connsiteX0" fmla="*/ 0 w 111281"/>
              <a:gd name="connsiteY0" fmla="*/ 4905 h 146748"/>
              <a:gd name="connsiteX1" fmla="*/ 83651 w 111281"/>
              <a:gd name="connsiteY1" fmla="*/ 146741 h 146748"/>
              <a:gd name="connsiteX2" fmla="*/ 111281 w 111281"/>
              <a:gd name="connsiteY2" fmla="*/ 0 h 146748"/>
              <a:gd name="connsiteX0" fmla="*/ 0 w 111281"/>
              <a:gd name="connsiteY0" fmla="*/ 4905 h 146914"/>
              <a:gd name="connsiteX1" fmla="*/ 83651 w 111281"/>
              <a:gd name="connsiteY1" fmla="*/ 146741 h 146914"/>
              <a:gd name="connsiteX2" fmla="*/ 111281 w 111281"/>
              <a:gd name="connsiteY2" fmla="*/ 0 h 146914"/>
            </a:gdLst>
            <a:rect l="l" t="t" r="r" b="b"/>
            <a:pathLst>
              <a:path w="111281" h="146914">
                <a:moveTo>
                  <a:pt x="0" y="4905"/>
                </a:moveTo>
                <a:cubicBezTo>
                  <a:pt x="42748" y="79468"/>
                  <a:pt x="72320" y="142563"/>
                  <a:pt x="83651" y="146741"/>
                </a:cubicBezTo>
                <a:cubicBezTo>
                  <a:pt x="94982" y="150919"/>
                  <a:pt x="92190" y="78958"/>
                  <a:pt x="111281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Freeform: Shape 18">
            <a:extLst xmlns:a="http://schemas.openxmlformats.org/drawingml/2006/main">
              <a:ext uri="{FF2B5EF4-FFF2-40B4-BE49-F238E27FC236}">
                <a16:creationId xmlns:a16="http://schemas.microsoft.com/office/drawing/2014/main" id="{BD8BBF25-BD81-0EDE-359F-175061D7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-10674947" y="6119467"/>
            <a:ext cx="181146" cy="69821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tar: 7 Points 2">
            <a:extLst xmlns:a="http://schemas.openxmlformats.org/drawingml/2006/main">
              <a:ext uri="{FF2B5EF4-FFF2-40B4-BE49-F238E27FC236}">
                <a16:creationId xmlns:a16="http://schemas.microsoft.com/office/drawing/2014/main" id="{CE0A8C0D-DA92-8717-9598-EB576F71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0225495" y="4902832"/>
            <a:ext cx="1947856" cy="1962481"/>
          </a:xfrm>
          <a:custGeom xmlns:a="http://schemas.openxmlformats.org/drawingml/2006/main"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 xmlns:a="http://schemas.openxmlformats.org/drawingml/2006/main">
            <a:schemeClr val="accent5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Freeform: Shape 11">
            <a:extLst xmlns:a="http://schemas.openxmlformats.org/drawingml/2006/main">
              <a:ext uri="{FF2B5EF4-FFF2-40B4-BE49-F238E27FC236}">
                <a16:creationId xmlns:a16="http://schemas.microsoft.com/office/drawing/2014/main" id="{9ACD491F-0B7C-652F-0057-23BB1F23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301122" flipH="1" flipV="1">
            <a:off x="6667414" y="5271714"/>
            <a:ext cx="2235932" cy="1213807"/>
          </a:xfrm>
          <a:custGeom xmlns:a="http://schemas.openxmlformats.org/drawingml/2006/main"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574680"/>
              <a:gd name="connsiteY0" fmla="*/ 0 h 3089347"/>
              <a:gd name="connsiteX1" fmla="*/ 4574680 w 4574680"/>
              <a:gd name="connsiteY1" fmla="*/ 1365633 h 3089347"/>
              <a:gd name="connsiteX2" fmla="*/ 3916054 w 4574680"/>
              <a:gd name="connsiteY2" fmla="*/ 2615611 h 3089347"/>
              <a:gd name="connsiteX3" fmla="*/ 3225585 w 4574680"/>
              <a:gd name="connsiteY3" fmla="*/ 2984244 h 3089347"/>
              <a:gd name="connsiteX4" fmla="*/ 2247563 w 4574680"/>
              <a:gd name="connsiteY4" fmla="*/ 3086503 h 3089347"/>
              <a:gd name="connsiteX5" fmla="*/ 1234115 w 4574680"/>
              <a:gd name="connsiteY5" fmla="*/ 3023051 h 3089347"/>
              <a:gd name="connsiteX6" fmla="*/ 155089 w 4574680"/>
              <a:gd name="connsiteY6" fmla="*/ 2034602 h 3089347"/>
              <a:gd name="connsiteX7" fmla="*/ 13820 w 4574680"/>
              <a:gd name="connsiteY7" fmla="*/ 1186120 h 3089347"/>
              <a:gd name="connsiteX8" fmla="*/ 1930 w 4574680"/>
              <a:gd name="connsiteY8" fmla="*/ 0 h 3089347"/>
              <a:gd name="connsiteX0" fmla="*/ 0 w 4560860"/>
              <a:gd name="connsiteY0" fmla="*/ 55958 h 1959185"/>
              <a:gd name="connsiteX1" fmla="*/ 4560860 w 4560860"/>
              <a:gd name="connsiteY1" fmla="*/ 235471 h 1959185"/>
              <a:gd name="connsiteX2" fmla="*/ 3902234 w 4560860"/>
              <a:gd name="connsiteY2" fmla="*/ 1485449 h 1959185"/>
              <a:gd name="connsiteX3" fmla="*/ 3211765 w 4560860"/>
              <a:gd name="connsiteY3" fmla="*/ 1854082 h 1959185"/>
              <a:gd name="connsiteX4" fmla="*/ 2233743 w 4560860"/>
              <a:gd name="connsiteY4" fmla="*/ 1956341 h 1959185"/>
              <a:gd name="connsiteX5" fmla="*/ 1220295 w 4560860"/>
              <a:gd name="connsiteY5" fmla="*/ 1892889 h 1959185"/>
              <a:gd name="connsiteX6" fmla="*/ 141269 w 4560860"/>
              <a:gd name="connsiteY6" fmla="*/ 904440 h 1959185"/>
              <a:gd name="connsiteX7" fmla="*/ 0 w 4560860"/>
              <a:gd name="connsiteY7" fmla="*/ 55958 h 1959185"/>
              <a:gd name="connsiteX0" fmla="*/ 0 w 4419591"/>
              <a:gd name="connsiteY0" fmla="*/ 681456 h 1736201"/>
              <a:gd name="connsiteX1" fmla="*/ 4419591 w 4419591"/>
              <a:gd name="connsiteY1" fmla="*/ 12487 h 1736201"/>
              <a:gd name="connsiteX2" fmla="*/ 3760965 w 4419591"/>
              <a:gd name="connsiteY2" fmla="*/ 1262465 h 1736201"/>
              <a:gd name="connsiteX3" fmla="*/ 3070496 w 4419591"/>
              <a:gd name="connsiteY3" fmla="*/ 1631098 h 1736201"/>
              <a:gd name="connsiteX4" fmla="*/ 2092474 w 4419591"/>
              <a:gd name="connsiteY4" fmla="*/ 1733357 h 1736201"/>
              <a:gd name="connsiteX5" fmla="*/ 1079026 w 4419591"/>
              <a:gd name="connsiteY5" fmla="*/ 1669905 h 1736201"/>
              <a:gd name="connsiteX6" fmla="*/ 0 w 4419591"/>
              <a:gd name="connsiteY6" fmla="*/ 681456 h 1736201"/>
              <a:gd name="connsiteX0" fmla="*/ 0 w 4444077"/>
              <a:gd name="connsiteY0" fmla="*/ 278206 h 1768127"/>
              <a:gd name="connsiteX1" fmla="*/ 4444077 w 4444077"/>
              <a:gd name="connsiteY1" fmla="*/ 44413 h 1768127"/>
              <a:gd name="connsiteX2" fmla="*/ 3785451 w 4444077"/>
              <a:gd name="connsiteY2" fmla="*/ 1294391 h 1768127"/>
              <a:gd name="connsiteX3" fmla="*/ 3094982 w 4444077"/>
              <a:gd name="connsiteY3" fmla="*/ 1663024 h 1768127"/>
              <a:gd name="connsiteX4" fmla="*/ 2116960 w 4444077"/>
              <a:gd name="connsiteY4" fmla="*/ 1765283 h 1768127"/>
              <a:gd name="connsiteX5" fmla="*/ 1103512 w 4444077"/>
              <a:gd name="connsiteY5" fmla="*/ 1701831 h 1768127"/>
              <a:gd name="connsiteX6" fmla="*/ 0 w 4444077"/>
              <a:gd name="connsiteY6" fmla="*/ 278206 h 176812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3650 h 1743571"/>
              <a:gd name="connsiteX1" fmla="*/ 4444077 w 4444077"/>
              <a:gd name="connsiteY1" fmla="*/ 19857 h 1743571"/>
              <a:gd name="connsiteX2" fmla="*/ 3785451 w 4444077"/>
              <a:gd name="connsiteY2" fmla="*/ 1269835 h 1743571"/>
              <a:gd name="connsiteX3" fmla="*/ 3094982 w 4444077"/>
              <a:gd name="connsiteY3" fmla="*/ 1638468 h 1743571"/>
              <a:gd name="connsiteX4" fmla="*/ 2116960 w 4444077"/>
              <a:gd name="connsiteY4" fmla="*/ 1740727 h 1743571"/>
              <a:gd name="connsiteX5" fmla="*/ 1103512 w 4444077"/>
              <a:gd name="connsiteY5" fmla="*/ 1677275 h 1743571"/>
              <a:gd name="connsiteX6" fmla="*/ 0 w 4444077"/>
              <a:gd name="connsiteY6" fmla="*/ 253650 h 1743571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</a:gdLst>
            <a:rect l="l" t="t" r="r" b="b"/>
            <a:pathLst>
              <a:path w="4444077" h="1723714">
                <a:moveTo>
                  <a:pt x="0" y="233793"/>
                </a:moveTo>
                <a:cubicBezTo>
                  <a:pt x="1291362" y="189652"/>
                  <a:pt x="3168354" y="57895"/>
                  <a:pt x="4444077" y="0"/>
                </a:cubicBezTo>
                <a:cubicBezTo>
                  <a:pt x="4352550" y="749432"/>
                  <a:pt x="4165621" y="965526"/>
                  <a:pt x="3785451" y="1249978"/>
                </a:cubicBezTo>
                <a:cubicBezTo>
                  <a:pt x="3673777" y="1343004"/>
                  <a:pt x="3277609" y="1550393"/>
                  <a:pt x="3094982" y="1618611"/>
                </a:cubicBezTo>
                <a:cubicBezTo>
                  <a:pt x="2720022" y="1693312"/>
                  <a:pt x="2448872" y="1714402"/>
                  <a:pt x="2116960" y="1720870"/>
                </a:cubicBezTo>
                <a:cubicBezTo>
                  <a:pt x="1785048" y="1727338"/>
                  <a:pt x="1342148" y="1728723"/>
                  <a:pt x="1103512" y="1657418"/>
                </a:cubicBezTo>
                <a:cubicBezTo>
                  <a:pt x="754766" y="1482101"/>
                  <a:pt x="340352" y="1121045"/>
                  <a:pt x="0" y="233793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Freeform: Shape 12">
            <a:extLst xmlns:a="http://schemas.openxmlformats.org/drawingml/2006/main">
              <a:ext uri="{FF2B5EF4-FFF2-40B4-BE49-F238E27FC236}">
                <a16:creationId xmlns:a16="http://schemas.microsoft.com/office/drawing/2014/main" id="{F49B7ACE-2BBA-793C-AC64-373A31EC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7222743">
            <a:off x="8676787" y="5159997"/>
            <a:ext cx="1904644" cy="1134193"/>
          </a:xfrm>
          <a:custGeom xmlns:a="http://schemas.openxmlformats.org/drawingml/2006/main"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431404"/>
              <a:gd name="connsiteY0" fmla="*/ 1967436 h 1967436"/>
              <a:gd name="connsiteX1" fmla="*/ 103200 w 3431404"/>
              <a:gd name="connsiteY1" fmla="*/ 1967436 h 1967436"/>
              <a:gd name="connsiteX2" fmla="*/ 96094 w 3431404"/>
              <a:gd name="connsiteY2" fmla="*/ 1904172 h 1967436"/>
              <a:gd name="connsiteX3" fmla="*/ 30923 w 3431404"/>
              <a:gd name="connsiteY3" fmla="*/ 873691 h 1967436"/>
              <a:gd name="connsiteX4" fmla="*/ 12232 w 3431404"/>
              <a:gd name="connsiteY4" fmla="*/ 0 h 1967436"/>
              <a:gd name="connsiteX5" fmla="*/ 3416309 w 3431404"/>
              <a:gd name="connsiteY5" fmla="*/ 4176 h 1967436"/>
              <a:gd name="connsiteX6" fmla="*/ 3419269 w 3431404"/>
              <a:gd name="connsiteY6" fmla="*/ 1195523 h 1967436"/>
              <a:gd name="connsiteX7" fmla="*/ 3389093 w 3431404"/>
              <a:gd name="connsiteY7" fmla="*/ 1921570 h 1967436"/>
              <a:gd name="connsiteX8" fmla="*/ 3383099 w 3431404"/>
              <a:gd name="connsiteY8" fmla="*/ 1967436 h 1967436"/>
            </a:gdLst>
            <a:rect l="l" t="t" r="r" b="b"/>
            <a:pathLst>
              <a:path w="3431404" h="1967436">
                <a:moveTo>
                  <a:pt x="3383099" y="1967436"/>
                </a:moveTo>
                <a:lnTo>
                  <a:pt x="103200" y="1967436"/>
                </a:lnTo>
                <a:lnTo>
                  <a:pt x="96094" y="1904172"/>
                </a:lnTo>
                <a:cubicBezTo>
                  <a:pt x="59860" y="1517992"/>
                  <a:pt x="52689" y="1111230"/>
                  <a:pt x="30923" y="873691"/>
                </a:cubicBezTo>
                <a:cubicBezTo>
                  <a:pt x="8050" y="534740"/>
                  <a:pt x="-14733" y="250973"/>
                  <a:pt x="12232" y="0"/>
                </a:cubicBezTo>
                <a:lnTo>
                  <a:pt x="3416309" y="4176"/>
                </a:lnTo>
                <a:cubicBezTo>
                  <a:pt x="3456320" y="24310"/>
                  <a:pt x="3402173" y="846636"/>
                  <a:pt x="3419269" y="1195523"/>
                </a:cubicBezTo>
                <a:cubicBezTo>
                  <a:pt x="3424380" y="1414648"/>
                  <a:pt x="3409967" y="1696133"/>
                  <a:pt x="3389093" y="1921570"/>
                </a:cubicBezTo>
                <a:lnTo>
                  <a:pt x="3383099" y="1967436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068B0E6B-34E0-FEE2-89BF-62531B7B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842655" flipH="1" flipV="0">
            <a:off x="10982019" y="5688860"/>
            <a:ext cx="115098" cy="118581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Freeform: Shape 15">
            <a:extLst xmlns:a="http://schemas.openxmlformats.org/drawingml/2006/main">
              <a:ext uri="{FF2B5EF4-FFF2-40B4-BE49-F238E27FC236}">
                <a16:creationId xmlns:a16="http://schemas.microsoft.com/office/drawing/2014/main" id="{EA730A9C-9D8C-A823-D695-5C542292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68595" y="6015704"/>
            <a:ext cx="200013" cy="77092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Freeform: Shape 16">
            <a:extLst xmlns:a="http://schemas.openxmlformats.org/drawingml/2006/main">
              <a:ext uri="{FF2B5EF4-FFF2-40B4-BE49-F238E27FC236}">
                <a16:creationId xmlns:a16="http://schemas.microsoft.com/office/drawing/2014/main" id="{D9704DFA-5A09-EE3E-964A-391DC9A2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636109" flipH="0" flipV="0">
            <a:off x="11395861" y="5659521"/>
            <a:ext cx="109967" cy="178503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147499"/>
              <a:gd name="connsiteX1" fmla="*/ 99248 w 202239"/>
              <a:gd name="connsiteY1" fmla="*/ 147488 h 147499"/>
              <a:gd name="connsiteX2" fmla="*/ 202239 w 202239"/>
              <a:gd name="connsiteY2" fmla="*/ 0 h 147499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186642"/>
              <a:gd name="connsiteY0" fmla="*/ 5652 h 147497"/>
              <a:gd name="connsiteX1" fmla="*/ 83651 w 186642"/>
              <a:gd name="connsiteY1" fmla="*/ 147488 h 147497"/>
              <a:gd name="connsiteX2" fmla="*/ 186642 w 186642"/>
              <a:gd name="connsiteY2" fmla="*/ 0 h 147497"/>
              <a:gd name="connsiteX0" fmla="*/ 0 w 158137"/>
              <a:gd name="connsiteY0" fmla="*/ 0 h 141842"/>
              <a:gd name="connsiteX1" fmla="*/ 83651 w 158137"/>
              <a:gd name="connsiteY1" fmla="*/ 141836 h 141842"/>
              <a:gd name="connsiteX2" fmla="*/ 158137 w 158137"/>
              <a:gd name="connsiteY2" fmla="*/ 4542 h 141842"/>
              <a:gd name="connsiteX0" fmla="*/ 0 w 158137"/>
              <a:gd name="connsiteY0" fmla="*/ 0 h 141868"/>
              <a:gd name="connsiteX1" fmla="*/ 83651 w 158137"/>
              <a:gd name="connsiteY1" fmla="*/ 141836 h 141868"/>
              <a:gd name="connsiteX2" fmla="*/ 158137 w 158137"/>
              <a:gd name="connsiteY2" fmla="*/ 4542 h 141868"/>
              <a:gd name="connsiteX0" fmla="*/ 0 w 148087"/>
              <a:gd name="connsiteY0" fmla="*/ 0 h 141840"/>
              <a:gd name="connsiteX1" fmla="*/ 83651 w 148087"/>
              <a:gd name="connsiteY1" fmla="*/ 141836 h 141840"/>
              <a:gd name="connsiteX2" fmla="*/ 148087 w 148087"/>
              <a:gd name="connsiteY2" fmla="*/ 3883 h 141840"/>
              <a:gd name="connsiteX0" fmla="*/ 0 w 148087"/>
              <a:gd name="connsiteY0" fmla="*/ 0 h 141841"/>
              <a:gd name="connsiteX1" fmla="*/ 83651 w 148087"/>
              <a:gd name="connsiteY1" fmla="*/ 141836 h 141841"/>
              <a:gd name="connsiteX2" fmla="*/ 148087 w 148087"/>
              <a:gd name="connsiteY2" fmla="*/ 3883 h 141841"/>
              <a:gd name="connsiteX0" fmla="*/ 0 w 148087"/>
              <a:gd name="connsiteY0" fmla="*/ 0 h 141836"/>
              <a:gd name="connsiteX1" fmla="*/ 83651 w 148087"/>
              <a:gd name="connsiteY1" fmla="*/ 141836 h 141836"/>
              <a:gd name="connsiteX2" fmla="*/ 148087 w 148087"/>
              <a:gd name="connsiteY2" fmla="*/ 3883 h 141836"/>
              <a:gd name="connsiteX0" fmla="*/ 0 w 127644"/>
              <a:gd name="connsiteY0" fmla="*/ 3287 h 145126"/>
              <a:gd name="connsiteX1" fmla="*/ 83651 w 127644"/>
              <a:gd name="connsiteY1" fmla="*/ 145123 h 145126"/>
              <a:gd name="connsiteX2" fmla="*/ 127644 w 127644"/>
              <a:gd name="connsiteY2" fmla="*/ 0 h 145126"/>
              <a:gd name="connsiteX0" fmla="*/ 0 w 127644"/>
              <a:gd name="connsiteY0" fmla="*/ 3287 h 145127"/>
              <a:gd name="connsiteX1" fmla="*/ 83651 w 127644"/>
              <a:gd name="connsiteY1" fmla="*/ 145123 h 145127"/>
              <a:gd name="connsiteX2" fmla="*/ 127644 w 127644"/>
              <a:gd name="connsiteY2" fmla="*/ 0 h 145127"/>
              <a:gd name="connsiteX0" fmla="*/ 0 w 111281"/>
              <a:gd name="connsiteY0" fmla="*/ 4905 h 146748"/>
              <a:gd name="connsiteX1" fmla="*/ 83651 w 111281"/>
              <a:gd name="connsiteY1" fmla="*/ 146741 h 146748"/>
              <a:gd name="connsiteX2" fmla="*/ 111281 w 111281"/>
              <a:gd name="connsiteY2" fmla="*/ 0 h 146748"/>
              <a:gd name="connsiteX0" fmla="*/ 0 w 111281"/>
              <a:gd name="connsiteY0" fmla="*/ 4905 h 146914"/>
              <a:gd name="connsiteX1" fmla="*/ 83651 w 111281"/>
              <a:gd name="connsiteY1" fmla="*/ 146741 h 146914"/>
              <a:gd name="connsiteX2" fmla="*/ 111281 w 111281"/>
              <a:gd name="connsiteY2" fmla="*/ 0 h 146914"/>
            </a:gdLst>
            <a:rect l="l" t="t" r="r" b="b"/>
            <a:pathLst>
              <a:path w="111281" h="146914">
                <a:moveTo>
                  <a:pt x="0" y="4905"/>
                </a:moveTo>
                <a:cubicBezTo>
                  <a:pt x="42748" y="79468"/>
                  <a:pt x="72320" y="142563"/>
                  <a:pt x="83651" y="146741"/>
                </a:cubicBezTo>
                <a:cubicBezTo>
                  <a:pt x="94982" y="150919"/>
                  <a:pt x="92190" y="78958"/>
                  <a:pt x="111281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Freeform: Shape 21">
            <a:extLst xmlns:a="http://schemas.openxmlformats.org/drawingml/2006/main">
              <a:ext uri="{FF2B5EF4-FFF2-40B4-BE49-F238E27FC236}">
                <a16:creationId xmlns:a16="http://schemas.microsoft.com/office/drawing/2014/main" id="{5D693631-801B-B096-47E5-C73C1EFB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851051" y="5736453"/>
            <a:ext cx="150308" cy="53724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Freeform: Shape 23">
            <a:extLst xmlns:a="http://schemas.openxmlformats.org/drawingml/2006/main">
              <a:ext uri="{FF2B5EF4-FFF2-40B4-BE49-F238E27FC236}">
                <a16:creationId xmlns:a16="http://schemas.microsoft.com/office/drawing/2014/main" id="{63BBE4E4-3A3D-5522-E285-FB5B619F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82098" y="5732841"/>
            <a:ext cx="150308" cy="53724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Freeform: Shape 26">
            <a:extLst xmlns:a="http://schemas.openxmlformats.org/drawingml/2006/main">
              <a:ext uri="{FF2B5EF4-FFF2-40B4-BE49-F238E27FC236}">
                <a16:creationId xmlns:a16="http://schemas.microsoft.com/office/drawing/2014/main" id="{C889C6A6-70BF-169E-4DC6-F18CB74C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58153" y="5835953"/>
            <a:ext cx="654454" cy="188439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A2CF4568-AF56-C9DA-101A-8D2DE15F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4993559" y="5313738"/>
            <a:ext cx="218680" cy="258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Freeform: Shape 30">
            <a:extLst xmlns:a="http://schemas.openxmlformats.org/drawingml/2006/main">
              <a:ext uri="{FF2B5EF4-FFF2-40B4-BE49-F238E27FC236}">
                <a16:creationId xmlns:a16="http://schemas.microsoft.com/office/drawing/2014/main" id="{6DEB9F6D-028B-F675-170F-EB9B8ED8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4912147" y="5313738"/>
            <a:ext cx="131636" cy="116827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Oval 31">
            <a:extLst xmlns:a="http://schemas.openxmlformats.org/drawingml/2006/main">
              <a:ext uri="{FF2B5EF4-FFF2-40B4-BE49-F238E27FC236}">
                <a16:creationId xmlns:a16="http://schemas.microsoft.com/office/drawing/2014/main" id="{A0E20388-2B6F-882F-550C-EB1EEE5F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4605886" y="5246710"/>
            <a:ext cx="218680" cy="258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Freeform: Shape 32">
            <a:extLst xmlns:a="http://schemas.openxmlformats.org/drawingml/2006/main">
              <a:ext uri="{FF2B5EF4-FFF2-40B4-BE49-F238E27FC236}">
                <a16:creationId xmlns:a16="http://schemas.microsoft.com/office/drawing/2014/main" id="{42E71AE5-B7D7-F8C9-712C-5C9EE7F0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4523347" y="5246710"/>
            <a:ext cx="131636" cy="116827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Freeform: Shape 33">
            <a:extLst xmlns:a="http://schemas.openxmlformats.org/drawingml/2006/main">
              <a:ext uri="{FF2B5EF4-FFF2-40B4-BE49-F238E27FC236}">
                <a16:creationId xmlns:a16="http://schemas.microsoft.com/office/drawing/2014/main" id="{C310E982-8C26-D492-0139-A3D88D5C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4711624" y="5533250"/>
            <a:ext cx="81704" cy="37023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</a:gdLst>
            <a:rect l="l" t="t" r="r" b="b"/>
            <a:pathLst>
              <a:path w="202239" h="91643">
                <a:moveTo>
                  <a:pt x="0" y="6914"/>
                </a:moveTo>
                <a:cubicBezTo>
                  <a:pt x="25926" y="61795"/>
                  <a:pt x="73464" y="92764"/>
                  <a:pt x="107170" y="91612"/>
                </a:cubicBezTo>
                <a:cubicBezTo>
                  <a:pt x="140876" y="90460"/>
                  <a:pt x="196335" y="69070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9660" y="947057"/>
            <a:ext cx="3847847" cy="2171700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220975" y="922246"/>
            <a:ext cx="5618483" cy="30955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928991" y="6356350"/>
            <a:ext cx="2066535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77382" y="6356350"/>
            <a:ext cx="491834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tar: 7 Points 2">
            <a:extLst xmlns:a="http://schemas.openxmlformats.org/drawingml/2006/main">
              <a:ext uri="{FF2B5EF4-FFF2-40B4-BE49-F238E27FC236}">
                <a16:creationId xmlns:a16="http://schemas.microsoft.com/office/drawing/2014/main" id="{77EA1A05-7340-5497-CC8D-FAE60C30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778087">
            <a:off x="3673573" y="4743092"/>
            <a:ext cx="2146968" cy="2044828"/>
          </a:xfrm>
          <a:custGeom xmlns:a="http://schemas.openxmlformats.org/drawingml/2006/main"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614529 h 4485695"/>
              <a:gd name="connsiteX1" fmla="*/ 1247571 w 5095972"/>
              <a:gd name="connsiteY1" fmla="*/ 1969496 h 4485695"/>
              <a:gd name="connsiteX2" fmla="*/ 582112 w 5095972"/>
              <a:gd name="connsiteY2" fmla="*/ 1194259 h 4485695"/>
              <a:gd name="connsiteX3" fmla="*/ 457035 w 5095972"/>
              <a:gd name="connsiteY3" fmla="*/ 844684 h 4485695"/>
              <a:gd name="connsiteX4" fmla="*/ 867546 w 5095972"/>
              <a:gd name="connsiteY4" fmla="*/ 822942 h 4485695"/>
              <a:gd name="connsiteX5" fmla="*/ 1966018 w 5095972"/>
              <a:gd name="connsiteY5" fmla="*/ 1088448 h 4485695"/>
              <a:gd name="connsiteX6" fmla="*/ 2861175 w 5095972"/>
              <a:gd name="connsiteY6" fmla="*/ 0 h 4485695"/>
              <a:gd name="connsiteX7" fmla="*/ 3146302 w 5095972"/>
              <a:gd name="connsiteY7" fmla="*/ 1087312 h 4485695"/>
              <a:gd name="connsiteX8" fmla="*/ 4148777 w 5095972"/>
              <a:gd name="connsiteY8" fmla="*/ 464254 h 4485695"/>
              <a:gd name="connsiteX9" fmla="*/ 4680372 w 5095972"/>
              <a:gd name="connsiteY9" fmla="*/ 519822 h 4485695"/>
              <a:gd name="connsiteX10" fmla="*/ 4255280 w 5095972"/>
              <a:gd name="connsiteY10" fmla="*/ 1289589 h 4485695"/>
              <a:gd name="connsiteX11" fmla="*/ 3905187 w 5095972"/>
              <a:gd name="connsiteY11" fmla="*/ 1821583 h 4485695"/>
              <a:gd name="connsiteX12" fmla="*/ 4477698 w 5095972"/>
              <a:gd name="connsiteY12" fmla="*/ 1928245 h 4485695"/>
              <a:gd name="connsiteX13" fmla="*/ 5084889 w 5095972"/>
              <a:gd name="connsiteY13" fmla="*/ 2147987 h 4485695"/>
              <a:gd name="connsiteX14" fmla="*/ 4694264 w 5095972"/>
              <a:gd name="connsiteY14" fmla="*/ 2440895 h 4485695"/>
              <a:gd name="connsiteX15" fmla="*/ 3961178 w 5095972"/>
              <a:gd name="connsiteY15" fmla="*/ 2675005 h 4485695"/>
              <a:gd name="connsiteX16" fmla="*/ 4479678 w 5095972"/>
              <a:gd name="connsiteY16" fmla="*/ 3578772 h 4485695"/>
              <a:gd name="connsiteX17" fmla="*/ 4272550 w 5095972"/>
              <a:gd name="connsiteY17" fmla="*/ 3740433 h 4485695"/>
              <a:gd name="connsiteX18" fmla="*/ 3249533 w 5095972"/>
              <a:gd name="connsiteY18" fmla="*/ 3316071 h 4485695"/>
              <a:gd name="connsiteX19" fmla="*/ 3123234 w 5095972"/>
              <a:gd name="connsiteY19" fmla="*/ 4354243 h 4485695"/>
              <a:gd name="connsiteX20" fmla="*/ 2790770 w 5095972"/>
              <a:gd name="connsiteY20" fmla="*/ 4405911 h 4485695"/>
              <a:gd name="connsiteX21" fmla="*/ 2431760 w 5095972"/>
              <a:gd name="connsiteY21" fmla="*/ 3606889 h 4485695"/>
              <a:gd name="connsiteX22" fmla="*/ 1693537 w 5095972"/>
              <a:gd name="connsiteY22" fmla="*/ 4159744 h 4485695"/>
              <a:gd name="connsiteX23" fmla="*/ 1176032 w 5095972"/>
              <a:gd name="connsiteY23" fmla="*/ 4110373 h 4485695"/>
              <a:gd name="connsiteX24" fmla="*/ 1559781 w 5095972"/>
              <a:gd name="connsiteY24" fmla="*/ 2790393 h 4485695"/>
              <a:gd name="connsiteX25" fmla="*/ 388250 w 5095972"/>
              <a:gd name="connsiteY25" fmla="*/ 2886283 h 4485695"/>
              <a:gd name="connsiteX26" fmla="*/ 40328 w 5095972"/>
              <a:gd name="connsiteY26" fmla="*/ 2614529 h 4485695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4477698 w 5095972"/>
              <a:gd name="connsiteY11" fmla="*/ 2119647 h 4677097"/>
              <a:gd name="connsiteX12" fmla="*/ 5084889 w 5095972"/>
              <a:gd name="connsiteY12" fmla="*/ 2339389 h 4677097"/>
              <a:gd name="connsiteX13" fmla="*/ 4694264 w 5095972"/>
              <a:gd name="connsiteY13" fmla="*/ 2632297 h 4677097"/>
              <a:gd name="connsiteX14" fmla="*/ 3961178 w 5095972"/>
              <a:gd name="connsiteY14" fmla="*/ 2866407 h 4677097"/>
              <a:gd name="connsiteX15" fmla="*/ 4479678 w 5095972"/>
              <a:gd name="connsiteY15" fmla="*/ 3770174 h 4677097"/>
              <a:gd name="connsiteX16" fmla="*/ 4272550 w 5095972"/>
              <a:gd name="connsiteY16" fmla="*/ 3931835 h 4677097"/>
              <a:gd name="connsiteX17" fmla="*/ 3249533 w 5095972"/>
              <a:gd name="connsiteY17" fmla="*/ 3507473 h 4677097"/>
              <a:gd name="connsiteX18" fmla="*/ 3123234 w 5095972"/>
              <a:gd name="connsiteY18" fmla="*/ 4545645 h 4677097"/>
              <a:gd name="connsiteX19" fmla="*/ 2790770 w 5095972"/>
              <a:gd name="connsiteY19" fmla="*/ 4597313 h 4677097"/>
              <a:gd name="connsiteX20" fmla="*/ 2431760 w 5095972"/>
              <a:gd name="connsiteY20" fmla="*/ 3798291 h 4677097"/>
              <a:gd name="connsiteX21" fmla="*/ 1693537 w 5095972"/>
              <a:gd name="connsiteY21" fmla="*/ 4351146 h 4677097"/>
              <a:gd name="connsiteX22" fmla="*/ 1176032 w 5095972"/>
              <a:gd name="connsiteY22" fmla="*/ 4301775 h 4677097"/>
              <a:gd name="connsiteX23" fmla="*/ 1559781 w 5095972"/>
              <a:gd name="connsiteY23" fmla="*/ 2981795 h 4677097"/>
              <a:gd name="connsiteX24" fmla="*/ 388250 w 5095972"/>
              <a:gd name="connsiteY24" fmla="*/ 3077685 h 4677097"/>
              <a:gd name="connsiteX25" fmla="*/ 40328 w 5095972"/>
              <a:gd name="connsiteY25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4272550 w 5095972"/>
              <a:gd name="connsiteY15" fmla="*/ 3931835 h 4677097"/>
              <a:gd name="connsiteX16" fmla="*/ 3249533 w 5095972"/>
              <a:gd name="connsiteY16" fmla="*/ 3507473 h 4677097"/>
              <a:gd name="connsiteX17" fmla="*/ 3123234 w 5095972"/>
              <a:gd name="connsiteY17" fmla="*/ 4545645 h 4677097"/>
              <a:gd name="connsiteX18" fmla="*/ 2790770 w 5095972"/>
              <a:gd name="connsiteY18" fmla="*/ 4597313 h 4677097"/>
              <a:gd name="connsiteX19" fmla="*/ 2431760 w 5095972"/>
              <a:gd name="connsiteY19" fmla="*/ 3798291 h 4677097"/>
              <a:gd name="connsiteX20" fmla="*/ 1693537 w 5095972"/>
              <a:gd name="connsiteY20" fmla="*/ 4351146 h 4677097"/>
              <a:gd name="connsiteX21" fmla="*/ 1176032 w 5095972"/>
              <a:gd name="connsiteY21" fmla="*/ 4301775 h 4677097"/>
              <a:gd name="connsiteX22" fmla="*/ 1559781 w 5095972"/>
              <a:gd name="connsiteY22" fmla="*/ 2981795 h 4677097"/>
              <a:gd name="connsiteX23" fmla="*/ 388250 w 5095972"/>
              <a:gd name="connsiteY23" fmla="*/ 3077685 h 4677097"/>
              <a:gd name="connsiteX24" fmla="*/ 40328 w 5095972"/>
              <a:gd name="connsiteY24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3249533 w 5095972"/>
              <a:gd name="connsiteY15" fmla="*/ 3507473 h 4677097"/>
              <a:gd name="connsiteX16" fmla="*/ 3123234 w 5095972"/>
              <a:gd name="connsiteY16" fmla="*/ 4545645 h 4677097"/>
              <a:gd name="connsiteX17" fmla="*/ 2790770 w 5095972"/>
              <a:gd name="connsiteY17" fmla="*/ 4597313 h 4677097"/>
              <a:gd name="connsiteX18" fmla="*/ 2431760 w 5095972"/>
              <a:gd name="connsiteY18" fmla="*/ 3798291 h 4677097"/>
              <a:gd name="connsiteX19" fmla="*/ 1693537 w 5095972"/>
              <a:gd name="connsiteY19" fmla="*/ 4351146 h 4677097"/>
              <a:gd name="connsiteX20" fmla="*/ 1176032 w 5095972"/>
              <a:gd name="connsiteY20" fmla="*/ 4301775 h 4677097"/>
              <a:gd name="connsiteX21" fmla="*/ 1559781 w 5095972"/>
              <a:gd name="connsiteY21" fmla="*/ 2981795 h 4677097"/>
              <a:gd name="connsiteX22" fmla="*/ 388250 w 5095972"/>
              <a:gd name="connsiteY22" fmla="*/ 3077685 h 4677097"/>
              <a:gd name="connsiteX23" fmla="*/ 40328 w 5095972"/>
              <a:gd name="connsiteY23" fmla="*/ 2805931 h 4677097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693537 w 5095972"/>
              <a:gd name="connsiteY18" fmla="*/ 4351146 h 4547858"/>
              <a:gd name="connsiteX19" fmla="*/ 1176032 w 5095972"/>
              <a:gd name="connsiteY19" fmla="*/ 4301775 h 4547858"/>
              <a:gd name="connsiteX20" fmla="*/ 1559781 w 5095972"/>
              <a:gd name="connsiteY20" fmla="*/ 2981795 h 4547858"/>
              <a:gd name="connsiteX21" fmla="*/ 388250 w 5095972"/>
              <a:gd name="connsiteY21" fmla="*/ 3077685 h 4547858"/>
              <a:gd name="connsiteX22" fmla="*/ 40328 w 5095972"/>
              <a:gd name="connsiteY22" fmla="*/ 2805931 h 4547858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176032 w 5095972"/>
              <a:gd name="connsiteY18" fmla="*/ 4301775 h 4547858"/>
              <a:gd name="connsiteX19" fmla="*/ 1559781 w 5095972"/>
              <a:gd name="connsiteY19" fmla="*/ 2981795 h 4547858"/>
              <a:gd name="connsiteX20" fmla="*/ 388250 w 5095972"/>
              <a:gd name="connsiteY20" fmla="*/ 3077685 h 4547858"/>
              <a:gd name="connsiteX21" fmla="*/ 40328 w 5095972"/>
              <a:gd name="connsiteY21" fmla="*/ 2805931 h 4547858"/>
              <a:gd name="connsiteX0" fmla="*/ 40328 w 5095972"/>
              <a:gd name="connsiteY0" fmla="*/ 2805931 h 4842127"/>
              <a:gd name="connsiteX1" fmla="*/ 1247571 w 5095972"/>
              <a:gd name="connsiteY1" fmla="*/ 2160898 h 4842127"/>
              <a:gd name="connsiteX2" fmla="*/ 582112 w 5095972"/>
              <a:gd name="connsiteY2" fmla="*/ 1385661 h 4842127"/>
              <a:gd name="connsiteX3" fmla="*/ 457035 w 5095972"/>
              <a:gd name="connsiteY3" fmla="*/ 1036086 h 4842127"/>
              <a:gd name="connsiteX4" fmla="*/ 867546 w 5095972"/>
              <a:gd name="connsiteY4" fmla="*/ 1014344 h 4842127"/>
              <a:gd name="connsiteX5" fmla="*/ 1966018 w 5095972"/>
              <a:gd name="connsiteY5" fmla="*/ 1279850 h 4842127"/>
              <a:gd name="connsiteX6" fmla="*/ 2749948 w 5095972"/>
              <a:gd name="connsiteY6" fmla="*/ 0 h 4842127"/>
              <a:gd name="connsiteX7" fmla="*/ 3146302 w 5095972"/>
              <a:gd name="connsiteY7" fmla="*/ 1278714 h 4842127"/>
              <a:gd name="connsiteX8" fmla="*/ 4680372 w 5095972"/>
              <a:gd name="connsiteY8" fmla="*/ 711224 h 4842127"/>
              <a:gd name="connsiteX9" fmla="*/ 4255280 w 5095972"/>
              <a:gd name="connsiteY9" fmla="*/ 1480991 h 4842127"/>
              <a:gd name="connsiteX10" fmla="*/ 3905187 w 5095972"/>
              <a:gd name="connsiteY10" fmla="*/ 2012985 h 4842127"/>
              <a:gd name="connsiteX11" fmla="*/ 5084889 w 5095972"/>
              <a:gd name="connsiteY11" fmla="*/ 2339389 h 4842127"/>
              <a:gd name="connsiteX12" fmla="*/ 4694264 w 5095972"/>
              <a:gd name="connsiteY12" fmla="*/ 2632297 h 4842127"/>
              <a:gd name="connsiteX13" fmla="*/ 3961178 w 5095972"/>
              <a:gd name="connsiteY13" fmla="*/ 2866407 h 4842127"/>
              <a:gd name="connsiteX14" fmla="*/ 4479678 w 5095972"/>
              <a:gd name="connsiteY14" fmla="*/ 3770174 h 4842127"/>
              <a:gd name="connsiteX15" fmla="*/ 3249533 w 5095972"/>
              <a:gd name="connsiteY15" fmla="*/ 3507473 h 4842127"/>
              <a:gd name="connsiteX16" fmla="*/ 3166568 w 5095972"/>
              <a:gd name="connsiteY16" fmla="*/ 4840512 h 4842127"/>
              <a:gd name="connsiteX17" fmla="*/ 2431760 w 5095972"/>
              <a:gd name="connsiteY17" fmla="*/ 3798291 h 4842127"/>
              <a:gd name="connsiteX18" fmla="*/ 1176032 w 5095972"/>
              <a:gd name="connsiteY18" fmla="*/ 4301775 h 4842127"/>
              <a:gd name="connsiteX19" fmla="*/ 1559781 w 5095972"/>
              <a:gd name="connsiteY19" fmla="*/ 2981795 h 4842127"/>
              <a:gd name="connsiteX20" fmla="*/ 388250 w 5095972"/>
              <a:gd name="connsiteY20" fmla="*/ 3077685 h 4842127"/>
              <a:gd name="connsiteX21" fmla="*/ 40328 w 5095972"/>
              <a:gd name="connsiteY21" fmla="*/ 2805931 h 4842127"/>
              <a:gd name="connsiteX0" fmla="*/ 40328 w 5095972"/>
              <a:gd name="connsiteY0" fmla="*/ 2805931 h 4842017"/>
              <a:gd name="connsiteX1" fmla="*/ 1247571 w 5095972"/>
              <a:gd name="connsiteY1" fmla="*/ 2160898 h 4842017"/>
              <a:gd name="connsiteX2" fmla="*/ 582112 w 5095972"/>
              <a:gd name="connsiteY2" fmla="*/ 1385661 h 4842017"/>
              <a:gd name="connsiteX3" fmla="*/ 457035 w 5095972"/>
              <a:gd name="connsiteY3" fmla="*/ 1036086 h 4842017"/>
              <a:gd name="connsiteX4" fmla="*/ 867546 w 5095972"/>
              <a:gd name="connsiteY4" fmla="*/ 1014344 h 4842017"/>
              <a:gd name="connsiteX5" fmla="*/ 1966018 w 5095972"/>
              <a:gd name="connsiteY5" fmla="*/ 1279850 h 4842017"/>
              <a:gd name="connsiteX6" fmla="*/ 2749948 w 5095972"/>
              <a:gd name="connsiteY6" fmla="*/ 0 h 4842017"/>
              <a:gd name="connsiteX7" fmla="*/ 3146302 w 5095972"/>
              <a:gd name="connsiteY7" fmla="*/ 1278714 h 4842017"/>
              <a:gd name="connsiteX8" fmla="*/ 4680372 w 5095972"/>
              <a:gd name="connsiteY8" fmla="*/ 711224 h 4842017"/>
              <a:gd name="connsiteX9" fmla="*/ 4255280 w 5095972"/>
              <a:gd name="connsiteY9" fmla="*/ 1480991 h 4842017"/>
              <a:gd name="connsiteX10" fmla="*/ 3905187 w 5095972"/>
              <a:gd name="connsiteY10" fmla="*/ 2012985 h 4842017"/>
              <a:gd name="connsiteX11" fmla="*/ 5084889 w 5095972"/>
              <a:gd name="connsiteY11" fmla="*/ 2339389 h 4842017"/>
              <a:gd name="connsiteX12" fmla="*/ 4694264 w 5095972"/>
              <a:gd name="connsiteY12" fmla="*/ 2632297 h 4842017"/>
              <a:gd name="connsiteX13" fmla="*/ 3961178 w 5095972"/>
              <a:gd name="connsiteY13" fmla="*/ 2866407 h 4842017"/>
              <a:gd name="connsiteX14" fmla="*/ 4479678 w 5095972"/>
              <a:gd name="connsiteY14" fmla="*/ 3770174 h 4842017"/>
              <a:gd name="connsiteX15" fmla="*/ 3249533 w 5095972"/>
              <a:gd name="connsiteY15" fmla="*/ 3507473 h 4842017"/>
              <a:gd name="connsiteX16" fmla="*/ 3166568 w 5095972"/>
              <a:gd name="connsiteY16" fmla="*/ 4840512 h 4842017"/>
              <a:gd name="connsiteX17" fmla="*/ 2404406 w 5095972"/>
              <a:gd name="connsiteY17" fmla="*/ 3718173 h 4842017"/>
              <a:gd name="connsiteX18" fmla="*/ 1176032 w 5095972"/>
              <a:gd name="connsiteY18" fmla="*/ 4301775 h 4842017"/>
              <a:gd name="connsiteX19" fmla="*/ 1559781 w 5095972"/>
              <a:gd name="connsiteY19" fmla="*/ 2981795 h 4842017"/>
              <a:gd name="connsiteX20" fmla="*/ 388250 w 5095972"/>
              <a:gd name="connsiteY20" fmla="*/ 3077685 h 4842017"/>
              <a:gd name="connsiteX21" fmla="*/ 40328 w 5095972"/>
              <a:gd name="connsiteY21" fmla="*/ 2805931 h 4842017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075419 w 5095972"/>
              <a:gd name="connsiteY18" fmla="*/ 4437056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0 w 5055644"/>
              <a:gd name="connsiteY0" fmla="*/ 2805931 h 4841960"/>
              <a:gd name="connsiteX1" fmla="*/ 1207243 w 5055644"/>
              <a:gd name="connsiteY1" fmla="*/ 2160898 h 4841960"/>
              <a:gd name="connsiteX2" fmla="*/ 541784 w 5055644"/>
              <a:gd name="connsiteY2" fmla="*/ 1385661 h 4841960"/>
              <a:gd name="connsiteX3" fmla="*/ 416707 w 5055644"/>
              <a:gd name="connsiteY3" fmla="*/ 1036086 h 4841960"/>
              <a:gd name="connsiteX4" fmla="*/ 827218 w 5055644"/>
              <a:gd name="connsiteY4" fmla="*/ 1014344 h 4841960"/>
              <a:gd name="connsiteX5" fmla="*/ 1925690 w 5055644"/>
              <a:gd name="connsiteY5" fmla="*/ 1279850 h 4841960"/>
              <a:gd name="connsiteX6" fmla="*/ 2709620 w 5055644"/>
              <a:gd name="connsiteY6" fmla="*/ 0 h 4841960"/>
              <a:gd name="connsiteX7" fmla="*/ 3105974 w 5055644"/>
              <a:gd name="connsiteY7" fmla="*/ 1278714 h 4841960"/>
              <a:gd name="connsiteX8" fmla="*/ 4640044 w 5055644"/>
              <a:gd name="connsiteY8" fmla="*/ 711224 h 4841960"/>
              <a:gd name="connsiteX9" fmla="*/ 4214952 w 5055644"/>
              <a:gd name="connsiteY9" fmla="*/ 1480991 h 4841960"/>
              <a:gd name="connsiteX10" fmla="*/ 3864859 w 5055644"/>
              <a:gd name="connsiteY10" fmla="*/ 2012985 h 4841960"/>
              <a:gd name="connsiteX11" fmla="*/ 5044561 w 5055644"/>
              <a:gd name="connsiteY11" fmla="*/ 2339389 h 4841960"/>
              <a:gd name="connsiteX12" fmla="*/ 4653936 w 5055644"/>
              <a:gd name="connsiteY12" fmla="*/ 2632297 h 4841960"/>
              <a:gd name="connsiteX13" fmla="*/ 3920850 w 5055644"/>
              <a:gd name="connsiteY13" fmla="*/ 2866407 h 4841960"/>
              <a:gd name="connsiteX14" fmla="*/ 4439350 w 5055644"/>
              <a:gd name="connsiteY14" fmla="*/ 3770174 h 4841960"/>
              <a:gd name="connsiteX15" fmla="*/ 3209205 w 5055644"/>
              <a:gd name="connsiteY15" fmla="*/ 3507473 h 4841960"/>
              <a:gd name="connsiteX16" fmla="*/ 3126240 w 5055644"/>
              <a:gd name="connsiteY16" fmla="*/ 4840512 h 4841960"/>
              <a:gd name="connsiteX17" fmla="*/ 2364078 w 5055644"/>
              <a:gd name="connsiteY17" fmla="*/ 3718173 h 4841960"/>
              <a:gd name="connsiteX18" fmla="*/ 1035091 w 5055644"/>
              <a:gd name="connsiteY18" fmla="*/ 4437056 h 4841960"/>
              <a:gd name="connsiteX19" fmla="*/ 1519453 w 5055644"/>
              <a:gd name="connsiteY19" fmla="*/ 2981795 h 4841960"/>
              <a:gd name="connsiteX20" fmla="*/ 0 w 5055644"/>
              <a:gd name="connsiteY20" fmla="*/ 2805931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599657 w 5113517"/>
              <a:gd name="connsiteY2" fmla="*/ 1385661 h 4841960"/>
              <a:gd name="connsiteX3" fmla="*/ 474580 w 5113517"/>
              <a:gd name="connsiteY3" fmla="*/ 1036086 h 4841960"/>
              <a:gd name="connsiteX4" fmla="*/ 885091 w 5113517"/>
              <a:gd name="connsiteY4" fmla="*/ 1014344 h 4841960"/>
              <a:gd name="connsiteX5" fmla="*/ 1983563 w 5113517"/>
              <a:gd name="connsiteY5" fmla="*/ 1279850 h 4841960"/>
              <a:gd name="connsiteX6" fmla="*/ 2767493 w 5113517"/>
              <a:gd name="connsiteY6" fmla="*/ 0 h 4841960"/>
              <a:gd name="connsiteX7" fmla="*/ 3163847 w 5113517"/>
              <a:gd name="connsiteY7" fmla="*/ 1278714 h 4841960"/>
              <a:gd name="connsiteX8" fmla="*/ 4697917 w 5113517"/>
              <a:gd name="connsiteY8" fmla="*/ 711224 h 4841960"/>
              <a:gd name="connsiteX9" fmla="*/ 4272825 w 5113517"/>
              <a:gd name="connsiteY9" fmla="*/ 1480991 h 4841960"/>
              <a:gd name="connsiteX10" fmla="*/ 3922732 w 5113517"/>
              <a:gd name="connsiteY10" fmla="*/ 2012985 h 4841960"/>
              <a:gd name="connsiteX11" fmla="*/ 5102434 w 5113517"/>
              <a:gd name="connsiteY11" fmla="*/ 2339389 h 4841960"/>
              <a:gd name="connsiteX12" fmla="*/ 4711809 w 5113517"/>
              <a:gd name="connsiteY12" fmla="*/ 2632297 h 4841960"/>
              <a:gd name="connsiteX13" fmla="*/ 3978723 w 5113517"/>
              <a:gd name="connsiteY13" fmla="*/ 2866407 h 4841960"/>
              <a:gd name="connsiteX14" fmla="*/ 4497223 w 5113517"/>
              <a:gd name="connsiteY14" fmla="*/ 3770174 h 4841960"/>
              <a:gd name="connsiteX15" fmla="*/ 3267078 w 5113517"/>
              <a:gd name="connsiteY15" fmla="*/ 3507473 h 4841960"/>
              <a:gd name="connsiteX16" fmla="*/ 3184113 w 5113517"/>
              <a:gd name="connsiteY16" fmla="*/ 4840512 h 4841960"/>
              <a:gd name="connsiteX17" fmla="*/ 2421951 w 5113517"/>
              <a:gd name="connsiteY17" fmla="*/ 3718173 h 4841960"/>
              <a:gd name="connsiteX18" fmla="*/ 1092964 w 5113517"/>
              <a:gd name="connsiteY18" fmla="*/ 4437056 h 4841960"/>
              <a:gd name="connsiteX19" fmla="*/ 1577326 w 5113517"/>
              <a:gd name="connsiteY19" fmla="*/ 2981795 h 4841960"/>
              <a:gd name="connsiteX20" fmla="*/ -1 w 5113517"/>
              <a:gd name="connsiteY20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599659 w 5113519"/>
              <a:gd name="connsiteY2" fmla="*/ 1385661 h 4841960"/>
              <a:gd name="connsiteX3" fmla="*/ 474582 w 5113519"/>
              <a:gd name="connsiteY3" fmla="*/ 1036086 h 4841960"/>
              <a:gd name="connsiteX4" fmla="*/ 885093 w 5113519"/>
              <a:gd name="connsiteY4" fmla="*/ 1014344 h 4841960"/>
              <a:gd name="connsiteX5" fmla="*/ 1983565 w 5113519"/>
              <a:gd name="connsiteY5" fmla="*/ 1279850 h 4841960"/>
              <a:gd name="connsiteX6" fmla="*/ 2767495 w 5113519"/>
              <a:gd name="connsiteY6" fmla="*/ 0 h 4841960"/>
              <a:gd name="connsiteX7" fmla="*/ 3163849 w 5113519"/>
              <a:gd name="connsiteY7" fmla="*/ 1278714 h 4841960"/>
              <a:gd name="connsiteX8" fmla="*/ 4697919 w 5113519"/>
              <a:gd name="connsiteY8" fmla="*/ 711224 h 4841960"/>
              <a:gd name="connsiteX9" fmla="*/ 4272827 w 5113519"/>
              <a:gd name="connsiteY9" fmla="*/ 1480991 h 4841960"/>
              <a:gd name="connsiteX10" fmla="*/ 3922734 w 5113519"/>
              <a:gd name="connsiteY10" fmla="*/ 2012985 h 4841960"/>
              <a:gd name="connsiteX11" fmla="*/ 5102436 w 5113519"/>
              <a:gd name="connsiteY11" fmla="*/ 2339389 h 4841960"/>
              <a:gd name="connsiteX12" fmla="*/ 4711811 w 5113519"/>
              <a:gd name="connsiteY12" fmla="*/ 2632297 h 4841960"/>
              <a:gd name="connsiteX13" fmla="*/ 3978725 w 5113519"/>
              <a:gd name="connsiteY13" fmla="*/ 2866407 h 4841960"/>
              <a:gd name="connsiteX14" fmla="*/ 4497225 w 5113519"/>
              <a:gd name="connsiteY14" fmla="*/ 3770174 h 4841960"/>
              <a:gd name="connsiteX15" fmla="*/ 3267080 w 5113519"/>
              <a:gd name="connsiteY15" fmla="*/ 3507473 h 4841960"/>
              <a:gd name="connsiteX16" fmla="*/ 3184115 w 5113519"/>
              <a:gd name="connsiteY16" fmla="*/ 4840512 h 4841960"/>
              <a:gd name="connsiteX17" fmla="*/ 2421953 w 5113519"/>
              <a:gd name="connsiteY17" fmla="*/ 3718173 h 4841960"/>
              <a:gd name="connsiteX18" fmla="*/ 1092966 w 5113519"/>
              <a:gd name="connsiteY18" fmla="*/ 4437056 h 4841960"/>
              <a:gd name="connsiteX19" fmla="*/ 1577328 w 5113519"/>
              <a:gd name="connsiteY19" fmla="*/ 2981795 h 4841960"/>
              <a:gd name="connsiteX20" fmla="*/ 1 w 5113519"/>
              <a:gd name="connsiteY20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74580 w 5113517"/>
              <a:gd name="connsiteY2" fmla="*/ 1036086 h 4841960"/>
              <a:gd name="connsiteX3" fmla="*/ 885091 w 5113517"/>
              <a:gd name="connsiteY3" fmla="*/ 1014344 h 4841960"/>
              <a:gd name="connsiteX4" fmla="*/ 1983563 w 5113517"/>
              <a:gd name="connsiteY4" fmla="*/ 1279850 h 4841960"/>
              <a:gd name="connsiteX5" fmla="*/ 2767493 w 5113517"/>
              <a:gd name="connsiteY5" fmla="*/ 0 h 4841960"/>
              <a:gd name="connsiteX6" fmla="*/ 3163847 w 5113517"/>
              <a:gd name="connsiteY6" fmla="*/ 1278714 h 4841960"/>
              <a:gd name="connsiteX7" fmla="*/ 4697917 w 5113517"/>
              <a:gd name="connsiteY7" fmla="*/ 711224 h 4841960"/>
              <a:gd name="connsiteX8" fmla="*/ 4272825 w 5113517"/>
              <a:gd name="connsiteY8" fmla="*/ 1480991 h 4841960"/>
              <a:gd name="connsiteX9" fmla="*/ 3922732 w 5113517"/>
              <a:gd name="connsiteY9" fmla="*/ 2012985 h 4841960"/>
              <a:gd name="connsiteX10" fmla="*/ 5102434 w 5113517"/>
              <a:gd name="connsiteY10" fmla="*/ 2339389 h 4841960"/>
              <a:gd name="connsiteX11" fmla="*/ 4711809 w 5113517"/>
              <a:gd name="connsiteY11" fmla="*/ 2632297 h 4841960"/>
              <a:gd name="connsiteX12" fmla="*/ 3978723 w 5113517"/>
              <a:gd name="connsiteY12" fmla="*/ 2866407 h 4841960"/>
              <a:gd name="connsiteX13" fmla="*/ 4497223 w 5113517"/>
              <a:gd name="connsiteY13" fmla="*/ 3770174 h 4841960"/>
              <a:gd name="connsiteX14" fmla="*/ 3267078 w 5113517"/>
              <a:gd name="connsiteY14" fmla="*/ 3507473 h 4841960"/>
              <a:gd name="connsiteX15" fmla="*/ 3184113 w 5113517"/>
              <a:gd name="connsiteY15" fmla="*/ 4840512 h 4841960"/>
              <a:gd name="connsiteX16" fmla="*/ 2421951 w 5113517"/>
              <a:gd name="connsiteY16" fmla="*/ 3718173 h 4841960"/>
              <a:gd name="connsiteX17" fmla="*/ 1092964 w 5113517"/>
              <a:gd name="connsiteY17" fmla="*/ 4437056 h 4841960"/>
              <a:gd name="connsiteX18" fmla="*/ 1577326 w 5113517"/>
              <a:gd name="connsiteY18" fmla="*/ 2981795 h 4841960"/>
              <a:gd name="connsiteX19" fmla="*/ -1 w 5113517"/>
              <a:gd name="connsiteY19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74582 w 5113519"/>
              <a:gd name="connsiteY2" fmla="*/ 103608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02498"/>
              <a:gd name="connsiteY0" fmla="*/ 2871567 h 4841960"/>
              <a:gd name="connsiteX1" fmla="*/ 1265118 w 5102498"/>
              <a:gd name="connsiteY1" fmla="*/ 2160898 h 4841960"/>
              <a:gd name="connsiteX2" fmla="*/ 485508 w 5102498"/>
              <a:gd name="connsiteY2" fmla="*/ 933726 h 4841960"/>
              <a:gd name="connsiteX3" fmla="*/ 1983565 w 5102498"/>
              <a:gd name="connsiteY3" fmla="*/ 1279850 h 4841960"/>
              <a:gd name="connsiteX4" fmla="*/ 2767495 w 5102498"/>
              <a:gd name="connsiteY4" fmla="*/ 0 h 4841960"/>
              <a:gd name="connsiteX5" fmla="*/ 3163849 w 5102498"/>
              <a:gd name="connsiteY5" fmla="*/ 1278714 h 4841960"/>
              <a:gd name="connsiteX6" fmla="*/ 4697919 w 5102498"/>
              <a:gd name="connsiteY6" fmla="*/ 711224 h 4841960"/>
              <a:gd name="connsiteX7" fmla="*/ 4272827 w 5102498"/>
              <a:gd name="connsiteY7" fmla="*/ 1480991 h 4841960"/>
              <a:gd name="connsiteX8" fmla="*/ 3922734 w 5102498"/>
              <a:gd name="connsiteY8" fmla="*/ 2012985 h 4841960"/>
              <a:gd name="connsiteX9" fmla="*/ 5102436 w 5102498"/>
              <a:gd name="connsiteY9" fmla="*/ 2339389 h 4841960"/>
              <a:gd name="connsiteX10" fmla="*/ 3978725 w 5102498"/>
              <a:gd name="connsiteY10" fmla="*/ 2866407 h 4841960"/>
              <a:gd name="connsiteX11" fmla="*/ 4497225 w 5102498"/>
              <a:gd name="connsiteY11" fmla="*/ 3770174 h 4841960"/>
              <a:gd name="connsiteX12" fmla="*/ 3267080 w 5102498"/>
              <a:gd name="connsiteY12" fmla="*/ 3507473 h 4841960"/>
              <a:gd name="connsiteX13" fmla="*/ 3184115 w 5102498"/>
              <a:gd name="connsiteY13" fmla="*/ 4840512 h 4841960"/>
              <a:gd name="connsiteX14" fmla="*/ 2421953 w 5102498"/>
              <a:gd name="connsiteY14" fmla="*/ 3718173 h 4841960"/>
              <a:gd name="connsiteX15" fmla="*/ 1092966 w 5102498"/>
              <a:gd name="connsiteY15" fmla="*/ 4437056 h 4841960"/>
              <a:gd name="connsiteX16" fmla="*/ 1577328 w 5102498"/>
              <a:gd name="connsiteY16" fmla="*/ 2981795 h 4841960"/>
              <a:gd name="connsiteX17" fmla="*/ 1 w 5102498"/>
              <a:gd name="connsiteY17" fmla="*/ 2871567 h 4841960"/>
              <a:gd name="connsiteX0" fmla="*/ -1 w 5102490"/>
              <a:gd name="connsiteY0" fmla="*/ 2871567 h 4841960"/>
              <a:gd name="connsiteX1" fmla="*/ 1265116 w 5102490"/>
              <a:gd name="connsiteY1" fmla="*/ 2160898 h 4841960"/>
              <a:gd name="connsiteX2" fmla="*/ 485506 w 5102490"/>
              <a:gd name="connsiteY2" fmla="*/ 933726 h 4841960"/>
              <a:gd name="connsiteX3" fmla="*/ 1983563 w 5102490"/>
              <a:gd name="connsiteY3" fmla="*/ 1279850 h 4841960"/>
              <a:gd name="connsiteX4" fmla="*/ 2767493 w 5102490"/>
              <a:gd name="connsiteY4" fmla="*/ 0 h 4841960"/>
              <a:gd name="connsiteX5" fmla="*/ 3163847 w 5102490"/>
              <a:gd name="connsiteY5" fmla="*/ 1278714 h 4841960"/>
              <a:gd name="connsiteX6" fmla="*/ 4697917 w 5102490"/>
              <a:gd name="connsiteY6" fmla="*/ 711224 h 4841960"/>
              <a:gd name="connsiteX7" fmla="*/ 4272825 w 5102490"/>
              <a:gd name="connsiteY7" fmla="*/ 1480991 h 4841960"/>
              <a:gd name="connsiteX8" fmla="*/ 3922732 w 5102490"/>
              <a:gd name="connsiteY8" fmla="*/ 2012985 h 4841960"/>
              <a:gd name="connsiteX9" fmla="*/ 5102434 w 5102490"/>
              <a:gd name="connsiteY9" fmla="*/ 2339389 h 4841960"/>
              <a:gd name="connsiteX10" fmla="*/ 3863684 w 5102490"/>
              <a:gd name="connsiteY10" fmla="*/ 2811641 h 4841960"/>
              <a:gd name="connsiteX11" fmla="*/ 4497223 w 5102490"/>
              <a:gd name="connsiteY11" fmla="*/ 3770174 h 4841960"/>
              <a:gd name="connsiteX12" fmla="*/ 3267078 w 5102490"/>
              <a:gd name="connsiteY12" fmla="*/ 3507473 h 4841960"/>
              <a:gd name="connsiteX13" fmla="*/ 3184113 w 5102490"/>
              <a:gd name="connsiteY13" fmla="*/ 4840512 h 4841960"/>
              <a:gd name="connsiteX14" fmla="*/ 2421951 w 5102490"/>
              <a:gd name="connsiteY14" fmla="*/ 3718173 h 4841960"/>
              <a:gd name="connsiteX15" fmla="*/ 1092964 w 5102490"/>
              <a:gd name="connsiteY15" fmla="*/ 4437056 h 4841960"/>
              <a:gd name="connsiteX16" fmla="*/ 1577326 w 5102490"/>
              <a:gd name="connsiteY16" fmla="*/ 2981795 h 4841960"/>
              <a:gd name="connsiteX17" fmla="*/ -1 w 5102490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265116 w 5102525"/>
              <a:gd name="connsiteY1" fmla="*/ 2160898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332556 w 5102525"/>
              <a:gd name="connsiteY1" fmla="*/ 2089701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17930 w 5102527"/>
              <a:gd name="connsiteY12" fmla="*/ 3356807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5215 h 4845608"/>
              <a:gd name="connsiteX1" fmla="*/ 1612941 w 5102525"/>
              <a:gd name="connsiteY1" fmla="*/ 2135243 h 4845608"/>
              <a:gd name="connsiteX2" fmla="*/ 485506 w 5102525"/>
              <a:gd name="connsiteY2" fmla="*/ 937374 h 4845608"/>
              <a:gd name="connsiteX3" fmla="*/ 2767493 w 5102525"/>
              <a:gd name="connsiteY3" fmla="*/ 3648 h 4845608"/>
              <a:gd name="connsiteX4" fmla="*/ 3163847 w 5102525"/>
              <a:gd name="connsiteY4" fmla="*/ 1282362 h 4845608"/>
              <a:gd name="connsiteX5" fmla="*/ 4697917 w 5102525"/>
              <a:gd name="connsiteY5" fmla="*/ 714872 h 4845608"/>
              <a:gd name="connsiteX6" fmla="*/ 4272825 w 5102525"/>
              <a:gd name="connsiteY6" fmla="*/ 1484639 h 4845608"/>
              <a:gd name="connsiteX7" fmla="*/ 3922732 w 5102525"/>
              <a:gd name="connsiteY7" fmla="*/ 2016633 h 4845608"/>
              <a:gd name="connsiteX8" fmla="*/ 5102434 w 5102525"/>
              <a:gd name="connsiteY8" fmla="*/ 2343037 h 4845608"/>
              <a:gd name="connsiteX9" fmla="*/ 3863684 w 5102525"/>
              <a:gd name="connsiteY9" fmla="*/ 2815289 h 4845608"/>
              <a:gd name="connsiteX10" fmla="*/ 4828313 w 5102525"/>
              <a:gd name="connsiteY10" fmla="*/ 3991080 h 4845608"/>
              <a:gd name="connsiteX11" fmla="*/ 3349200 w 5102525"/>
              <a:gd name="connsiteY11" fmla="*/ 3476200 h 4845608"/>
              <a:gd name="connsiteX12" fmla="*/ 3184113 w 5102525"/>
              <a:gd name="connsiteY12" fmla="*/ 4844160 h 4845608"/>
              <a:gd name="connsiteX13" fmla="*/ 2421951 w 5102525"/>
              <a:gd name="connsiteY13" fmla="*/ 3721821 h 4845608"/>
              <a:gd name="connsiteX14" fmla="*/ 1092964 w 5102525"/>
              <a:gd name="connsiteY14" fmla="*/ 4440704 h 4845608"/>
              <a:gd name="connsiteX15" fmla="*/ 1577326 w 5102525"/>
              <a:gd name="connsiteY15" fmla="*/ 2985443 h 4845608"/>
              <a:gd name="connsiteX16" fmla="*/ -1 w 5102525"/>
              <a:gd name="connsiteY16" fmla="*/ 2875215 h 4845608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2767495 w 5102527"/>
              <a:gd name="connsiteY2" fmla="*/ 0 h 4841960"/>
              <a:gd name="connsiteX3" fmla="*/ 3163849 w 5102527"/>
              <a:gd name="connsiteY3" fmla="*/ 1278714 h 4841960"/>
              <a:gd name="connsiteX4" fmla="*/ 4697919 w 5102527"/>
              <a:gd name="connsiteY4" fmla="*/ 711224 h 4841960"/>
              <a:gd name="connsiteX5" fmla="*/ 4272827 w 5102527"/>
              <a:gd name="connsiteY5" fmla="*/ 1480991 h 4841960"/>
              <a:gd name="connsiteX6" fmla="*/ 3922734 w 5102527"/>
              <a:gd name="connsiteY6" fmla="*/ 2012985 h 4841960"/>
              <a:gd name="connsiteX7" fmla="*/ 5102436 w 5102527"/>
              <a:gd name="connsiteY7" fmla="*/ 2339389 h 4841960"/>
              <a:gd name="connsiteX8" fmla="*/ 3863686 w 5102527"/>
              <a:gd name="connsiteY8" fmla="*/ 2811641 h 4841960"/>
              <a:gd name="connsiteX9" fmla="*/ 4828315 w 5102527"/>
              <a:gd name="connsiteY9" fmla="*/ 3987432 h 4841960"/>
              <a:gd name="connsiteX10" fmla="*/ 3349202 w 5102527"/>
              <a:gd name="connsiteY10" fmla="*/ 3472552 h 4841960"/>
              <a:gd name="connsiteX11" fmla="*/ 3184115 w 5102527"/>
              <a:gd name="connsiteY11" fmla="*/ 4840512 h 4841960"/>
              <a:gd name="connsiteX12" fmla="*/ 2421953 w 5102527"/>
              <a:gd name="connsiteY12" fmla="*/ 3718173 h 4841960"/>
              <a:gd name="connsiteX13" fmla="*/ 1092966 w 5102527"/>
              <a:gd name="connsiteY13" fmla="*/ 4437056 h 4841960"/>
              <a:gd name="connsiteX14" fmla="*/ 1577328 w 5102527"/>
              <a:gd name="connsiteY14" fmla="*/ 2981795 h 4841960"/>
              <a:gd name="connsiteX15" fmla="*/ 1 w 5102527"/>
              <a:gd name="connsiteY15" fmla="*/ 2871567 h 4841960"/>
              <a:gd name="connsiteX0" fmla="*/ -1 w 5102525"/>
              <a:gd name="connsiteY0" fmla="*/ 2815753 h 4786146"/>
              <a:gd name="connsiteX1" fmla="*/ 1612941 w 5102525"/>
              <a:gd name="connsiteY1" fmla="*/ 2075781 h 4786146"/>
              <a:gd name="connsiteX2" fmla="*/ 2330067 w 5102525"/>
              <a:gd name="connsiteY2" fmla="*/ -1 h 4786146"/>
              <a:gd name="connsiteX3" fmla="*/ 3163847 w 5102525"/>
              <a:gd name="connsiteY3" fmla="*/ 1222900 h 4786146"/>
              <a:gd name="connsiteX4" fmla="*/ 4697917 w 5102525"/>
              <a:gd name="connsiteY4" fmla="*/ 655410 h 4786146"/>
              <a:gd name="connsiteX5" fmla="*/ 4272825 w 5102525"/>
              <a:gd name="connsiteY5" fmla="*/ 1425177 h 4786146"/>
              <a:gd name="connsiteX6" fmla="*/ 3922732 w 5102525"/>
              <a:gd name="connsiteY6" fmla="*/ 1957171 h 4786146"/>
              <a:gd name="connsiteX7" fmla="*/ 5102434 w 5102525"/>
              <a:gd name="connsiteY7" fmla="*/ 2283575 h 4786146"/>
              <a:gd name="connsiteX8" fmla="*/ 3863684 w 5102525"/>
              <a:gd name="connsiteY8" fmla="*/ 2755827 h 4786146"/>
              <a:gd name="connsiteX9" fmla="*/ 4828313 w 5102525"/>
              <a:gd name="connsiteY9" fmla="*/ 3931618 h 4786146"/>
              <a:gd name="connsiteX10" fmla="*/ 3349200 w 5102525"/>
              <a:gd name="connsiteY10" fmla="*/ 3416738 h 4786146"/>
              <a:gd name="connsiteX11" fmla="*/ 3184113 w 5102525"/>
              <a:gd name="connsiteY11" fmla="*/ 4784698 h 4786146"/>
              <a:gd name="connsiteX12" fmla="*/ 2421951 w 5102525"/>
              <a:gd name="connsiteY12" fmla="*/ 3662359 h 4786146"/>
              <a:gd name="connsiteX13" fmla="*/ 1092964 w 5102525"/>
              <a:gd name="connsiteY13" fmla="*/ 4381242 h 4786146"/>
              <a:gd name="connsiteX14" fmla="*/ 1577326 w 5102525"/>
              <a:gd name="connsiteY14" fmla="*/ 2925981 h 4786146"/>
              <a:gd name="connsiteX15" fmla="*/ -1 w 5102525"/>
              <a:gd name="connsiteY15" fmla="*/ 2815753 h 4786146"/>
              <a:gd name="connsiteX0" fmla="*/ 0 w 4853634"/>
              <a:gd name="connsiteY0" fmla="*/ 1626981 h 4786148"/>
              <a:gd name="connsiteX1" fmla="*/ 1364050 w 4853634"/>
              <a:gd name="connsiteY1" fmla="*/ 2075783 h 4786148"/>
              <a:gd name="connsiteX2" fmla="*/ 2081176 w 4853634"/>
              <a:gd name="connsiteY2" fmla="*/ 1 h 4786148"/>
              <a:gd name="connsiteX3" fmla="*/ 2914956 w 4853634"/>
              <a:gd name="connsiteY3" fmla="*/ 1222902 h 4786148"/>
              <a:gd name="connsiteX4" fmla="*/ 4449026 w 4853634"/>
              <a:gd name="connsiteY4" fmla="*/ 655412 h 4786148"/>
              <a:gd name="connsiteX5" fmla="*/ 4023934 w 4853634"/>
              <a:gd name="connsiteY5" fmla="*/ 1425179 h 4786148"/>
              <a:gd name="connsiteX6" fmla="*/ 3673841 w 4853634"/>
              <a:gd name="connsiteY6" fmla="*/ 1957173 h 4786148"/>
              <a:gd name="connsiteX7" fmla="*/ 4853543 w 4853634"/>
              <a:gd name="connsiteY7" fmla="*/ 2283577 h 4786148"/>
              <a:gd name="connsiteX8" fmla="*/ 3614793 w 4853634"/>
              <a:gd name="connsiteY8" fmla="*/ 2755829 h 4786148"/>
              <a:gd name="connsiteX9" fmla="*/ 4579422 w 4853634"/>
              <a:gd name="connsiteY9" fmla="*/ 3931620 h 4786148"/>
              <a:gd name="connsiteX10" fmla="*/ 3100309 w 4853634"/>
              <a:gd name="connsiteY10" fmla="*/ 3416740 h 4786148"/>
              <a:gd name="connsiteX11" fmla="*/ 2935222 w 4853634"/>
              <a:gd name="connsiteY11" fmla="*/ 4784700 h 4786148"/>
              <a:gd name="connsiteX12" fmla="*/ 2173060 w 4853634"/>
              <a:gd name="connsiteY12" fmla="*/ 3662361 h 4786148"/>
              <a:gd name="connsiteX13" fmla="*/ 844073 w 4853634"/>
              <a:gd name="connsiteY13" fmla="*/ 4381244 h 4786148"/>
              <a:gd name="connsiteX14" fmla="*/ 1328435 w 4853634"/>
              <a:gd name="connsiteY14" fmla="*/ 2925983 h 4786148"/>
              <a:gd name="connsiteX15" fmla="*/ 0 w 4853634"/>
              <a:gd name="connsiteY15" fmla="*/ 1626981 h 4786148"/>
              <a:gd name="connsiteX0" fmla="*/ 0 w 4853634"/>
              <a:gd name="connsiteY0" fmla="*/ 1626979 h 4786146"/>
              <a:gd name="connsiteX1" fmla="*/ 1603369 w 4853634"/>
              <a:gd name="connsiteY1" fmla="*/ 1571261 h 4786146"/>
              <a:gd name="connsiteX2" fmla="*/ 2081176 w 4853634"/>
              <a:gd name="connsiteY2" fmla="*/ -1 h 4786146"/>
              <a:gd name="connsiteX3" fmla="*/ 2914956 w 4853634"/>
              <a:gd name="connsiteY3" fmla="*/ 1222900 h 4786146"/>
              <a:gd name="connsiteX4" fmla="*/ 4449026 w 4853634"/>
              <a:gd name="connsiteY4" fmla="*/ 655410 h 4786146"/>
              <a:gd name="connsiteX5" fmla="*/ 4023934 w 4853634"/>
              <a:gd name="connsiteY5" fmla="*/ 1425177 h 4786146"/>
              <a:gd name="connsiteX6" fmla="*/ 3673841 w 4853634"/>
              <a:gd name="connsiteY6" fmla="*/ 1957171 h 4786146"/>
              <a:gd name="connsiteX7" fmla="*/ 4853543 w 4853634"/>
              <a:gd name="connsiteY7" fmla="*/ 2283575 h 4786146"/>
              <a:gd name="connsiteX8" fmla="*/ 3614793 w 4853634"/>
              <a:gd name="connsiteY8" fmla="*/ 2755827 h 4786146"/>
              <a:gd name="connsiteX9" fmla="*/ 4579422 w 4853634"/>
              <a:gd name="connsiteY9" fmla="*/ 3931618 h 4786146"/>
              <a:gd name="connsiteX10" fmla="*/ 3100309 w 4853634"/>
              <a:gd name="connsiteY10" fmla="*/ 3416738 h 4786146"/>
              <a:gd name="connsiteX11" fmla="*/ 2935222 w 4853634"/>
              <a:gd name="connsiteY11" fmla="*/ 4784698 h 4786146"/>
              <a:gd name="connsiteX12" fmla="*/ 2173060 w 4853634"/>
              <a:gd name="connsiteY12" fmla="*/ 3662359 h 4786146"/>
              <a:gd name="connsiteX13" fmla="*/ 844073 w 4853634"/>
              <a:gd name="connsiteY13" fmla="*/ 4381242 h 4786146"/>
              <a:gd name="connsiteX14" fmla="*/ 1328435 w 4853634"/>
              <a:gd name="connsiteY14" fmla="*/ 2925981 h 4786146"/>
              <a:gd name="connsiteX15" fmla="*/ 0 w 4853634"/>
              <a:gd name="connsiteY15" fmla="*/ 1626979 h 4786146"/>
              <a:gd name="connsiteX0" fmla="*/ 0 w 4853634"/>
              <a:gd name="connsiteY0" fmla="*/ 1626981 h 4786148"/>
              <a:gd name="connsiteX1" fmla="*/ 1603369 w 4853634"/>
              <a:gd name="connsiteY1" fmla="*/ 1571263 h 4786148"/>
              <a:gd name="connsiteX2" fmla="*/ 2081176 w 4853634"/>
              <a:gd name="connsiteY2" fmla="*/ 1 h 4786148"/>
              <a:gd name="connsiteX3" fmla="*/ 2914956 w 4853634"/>
              <a:gd name="connsiteY3" fmla="*/ 1222902 h 4786148"/>
              <a:gd name="connsiteX4" fmla="*/ 4449026 w 4853634"/>
              <a:gd name="connsiteY4" fmla="*/ 655412 h 4786148"/>
              <a:gd name="connsiteX5" fmla="*/ 4023934 w 4853634"/>
              <a:gd name="connsiteY5" fmla="*/ 1425179 h 4786148"/>
              <a:gd name="connsiteX6" fmla="*/ 3673841 w 4853634"/>
              <a:gd name="connsiteY6" fmla="*/ 1957173 h 4786148"/>
              <a:gd name="connsiteX7" fmla="*/ 4853543 w 4853634"/>
              <a:gd name="connsiteY7" fmla="*/ 2283577 h 4786148"/>
              <a:gd name="connsiteX8" fmla="*/ 3614793 w 4853634"/>
              <a:gd name="connsiteY8" fmla="*/ 2755829 h 4786148"/>
              <a:gd name="connsiteX9" fmla="*/ 4579422 w 4853634"/>
              <a:gd name="connsiteY9" fmla="*/ 3931620 h 4786148"/>
              <a:gd name="connsiteX10" fmla="*/ 3100309 w 4853634"/>
              <a:gd name="connsiteY10" fmla="*/ 3416740 h 4786148"/>
              <a:gd name="connsiteX11" fmla="*/ 2935222 w 4853634"/>
              <a:gd name="connsiteY11" fmla="*/ 4784700 h 4786148"/>
              <a:gd name="connsiteX12" fmla="*/ 2173060 w 4853634"/>
              <a:gd name="connsiteY12" fmla="*/ 3662361 h 4786148"/>
              <a:gd name="connsiteX13" fmla="*/ 844073 w 4853634"/>
              <a:gd name="connsiteY13" fmla="*/ 4381244 h 4786148"/>
              <a:gd name="connsiteX14" fmla="*/ 1328435 w 4853634"/>
              <a:gd name="connsiteY14" fmla="*/ 2925983 h 4786148"/>
              <a:gd name="connsiteX15" fmla="*/ 0 w 4853634"/>
              <a:gd name="connsiteY15" fmla="*/ 1626981 h 4786148"/>
              <a:gd name="connsiteX0" fmla="*/ -1 w 4824208"/>
              <a:gd name="connsiteY0" fmla="*/ 1515906 h 4786146"/>
              <a:gd name="connsiteX1" fmla="*/ 1573943 w 4824208"/>
              <a:gd name="connsiteY1" fmla="*/ 1571261 h 4786146"/>
              <a:gd name="connsiteX2" fmla="*/ 2051750 w 4824208"/>
              <a:gd name="connsiteY2" fmla="*/ -1 h 4786146"/>
              <a:gd name="connsiteX3" fmla="*/ 2885530 w 4824208"/>
              <a:gd name="connsiteY3" fmla="*/ 1222900 h 4786146"/>
              <a:gd name="connsiteX4" fmla="*/ 4419600 w 4824208"/>
              <a:gd name="connsiteY4" fmla="*/ 655410 h 4786146"/>
              <a:gd name="connsiteX5" fmla="*/ 3994508 w 4824208"/>
              <a:gd name="connsiteY5" fmla="*/ 1425177 h 4786146"/>
              <a:gd name="connsiteX6" fmla="*/ 3644415 w 4824208"/>
              <a:gd name="connsiteY6" fmla="*/ 1957171 h 4786146"/>
              <a:gd name="connsiteX7" fmla="*/ 4824117 w 4824208"/>
              <a:gd name="connsiteY7" fmla="*/ 2283575 h 4786146"/>
              <a:gd name="connsiteX8" fmla="*/ 3585367 w 4824208"/>
              <a:gd name="connsiteY8" fmla="*/ 2755827 h 4786146"/>
              <a:gd name="connsiteX9" fmla="*/ 4549996 w 4824208"/>
              <a:gd name="connsiteY9" fmla="*/ 3931618 h 4786146"/>
              <a:gd name="connsiteX10" fmla="*/ 3070883 w 4824208"/>
              <a:gd name="connsiteY10" fmla="*/ 3416738 h 4786146"/>
              <a:gd name="connsiteX11" fmla="*/ 2905796 w 4824208"/>
              <a:gd name="connsiteY11" fmla="*/ 4784698 h 4786146"/>
              <a:gd name="connsiteX12" fmla="*/ 2143634 w 4824208"/>
              <a:gd name="connsiteY12" fmla="*/ 3662359 h 4786146"/>
              <a:gd name="connsiteX13" fmla="*/ 814647 w 4824208"/>
              <a:gd name="connsiteY13" fmla="*/ 4381242 h 4786146"/>
              <a:gd name="connsiteX14" fmla="*/ 1299009 w 4824208"/>
              <a:gd name="connsiteY14" fmla="*/ 2925981 h 4786146"/>
              <a:gd name="connsiteX15" fmla="*/ -1 w 4824208"/>
              <a:gd name="connsiteY15" fmla="*/ 1515906 h 4786146"/>
              <a:gd name="connsiteX0" fmla="*/ 1 w 4824210"/>
              <a:gd name="connsiteY0" fmla="*/ 1515908 h 4786148"/>
              <a:gd name="connsiteX1" fmla="*/ 1573945 w 4824210"/>
              <a:gd name="connsiteY1" fmla="*/ 1571263 h 4786148"/>
              <a:gd name="connsiteX2" fmla="*/ 2051752 w 4824210"/>
              <a:gd name="connsiteY2" fmla="*/ 1 h 4786148"/>
              <a:gd name="connsiteX3" fmla="*/ 2885532 w 4824210"/>
              <a:gd name="connsiteY3" fmla="*/ 1222902 h 4786148"/>
              <a:gd name="connsiteX4" fmla="*/ 4419602 w 4824210"/>
              <a:gd name="connsiteY4" fmla="*/ 655412 h 4786148"/>
              <a:gd name="connsiteX5" fmla="*/ 3994510 w 4824210"/>
              <a:gd name="connsiteY5" fmla="*/ 1425179 h 4786148"/>
              <a:gd name="connsiteX6" fmla="*/ 3644417 w 4824210"/>
              <a:gd name="connsiteY6" fmla="*/ 1957173 h 4786148"/>
              <a:gd name="connsiteX7" fmla="*/ 4824119 w 4824210"/>
              <a:gd name="connsiteY7" fmla="*/ 2283577 h 4786148"/>
              <a:gd name="connsiteX8" fmla="*/ 3585369 w 4824210"/>
              <a:gd name="connsiteY8" fmla="*/ 2755829 h 4786148"/>
              <a:gd name="connsiteX9" fmla="*/ 4549998 w 4824210"/>
              <a:gd name="connsiteY9" fmla="*/ 3931620 h 4786148"/>
              <a:gd name="connsiteX10" fmla="*/ 3070885 w 4824210"/>
              <a:gd name="connsiteY10" fmla="*/ 3416740 h 4786148"/>
              <a:gd name="connsiteX11" fmla="*/ 2905798 w 4824210"/>
              <a:gd name="connsiteY11" fmla="*/ 4784700 h 4786148"/>
              <a:gd name="connsiteX12" fmla="*/ 2143636 w 4824210"/>
              <a:gd name="connsiteY12" fmla="*/ 3662361 h 4786148"/>
              <a:gd name="connsiteX13" fmla="*/ 814649 w 4824210"/>
              <a:gd name="connsiteY13" fmla="*/ 4381244 h 4786148"/>
              <a:gd name="connsiteX14" fmla="*/ 1299011 w 4824210"/>
              <a:gd name="connsiteY14" fmla="*/ 2925983 h 4786148"/>
              <a:gd name="connsiteX15" fmla="*/ 1 w 4824210"/>
              <a:gd name="connsiteY15" fmla="*/ 1515908 h 4786148"/>
              <a:gd name="connsiteX0" fmla="*/ -1 w 4824208"/>
              <a:gd name="connsiteY0" fmla="*/ 1515906 h 4786146"/>
              <a:gd name="connsiteX1" fmla="*/ 1573943 w 4824208"/>
              <a:gd name="connsiteY1" fmla="*/ 1571261 h 4786146"/>
              <a:gd name="connsiteX2" fmla="*/ 2051750 w 4824208"/>
              <a:gd name="connsiteY2" fmla="*/ -1 h 4786146"/>
              <a:gd name="connsiteX3" fmla="*/ 2885530 w 4824208"/>
              <a:gd name="connsiteY3" fmla="*/ 1222900 h 4786146"/>
              <a:gd name="connsiteX4" fmla="*/ 4419600 w 4824208"/>
              <a:gd name="connsiteY4" fmla="*/ 655410 h 4786146"/>
              <a:gd name="connsiteX5" fmla="*/ 3994508 w 4824208"/>
              <a:gd name="connsiteY5" fmla="*/ 1425177 h 4786146"/>
              <a:gd name="connsiteX6" fmla="*/ 3644415 w 4824208"/>
              <a:gd name="connsiteY6" fmla="*/ 1957171 h 4786146"/>
              <a:gd name="connsiteX7" fmla="*/ 4824117 w 4824208"/>
              <a:gd name="connsiteY7" fmla="*/ 2283575 h 4786146"/>
              <a:gd name="connsiteX8" fmla="*/ 3585367 w 4824208"/>
              <a:gd name="connsiteY8" fmla="*/ 2755827 h 4786146"/>
              <a:gd name="connsiteX9" fmla="*/ 4549996 w 4824208"/>
              <a:gd name="connsiteY9" fmla="*/ 3931618 h 4786146"/>
              <a:gd name="connsiteX10" fmla="*/ 3070883 w 4824208"/>
              <a:gd name="connsiteY10" fmla="*/ 3416738 h 4786146"/>
              <a:gd name="connsiteX11" fmla="*/ 2905796 w 4824208"/>
              <a:gd name="connsiteY11" fmla="*/ 4784698 h 4786146"/>
              <a:gd name="connsiteX12" fmla="*/ 2143634 w 4824208"/>
              <a:gd name="connsiteY12" fmla="*/ 3662359 h 4786146"/>
              <a:gd name="connsiteX13" fmla="*/ 354842 w 4824208"/>
              <a:gd name="connsiteY13" fmla="*/ 3823584 h 4786146"/>
              <a:gd name="connsiteX14" fmla="*/ 1299009 w 4824208"/>
              <a:gd name="connsiteY14" fmla="*/ 2925981 h 4786146"/>
              <a:gd name="connsiteX15" fmla="*/ -1 w 4824208"/>
              <a:gd name="connsiteY15" fmla="*/ 1515906 h 4786146"/>
              <a:gd name="connsiteX0" fmla="*/ 1 w 4824210"/>
              <a:gd name="connsiteY0" fmla="*/ 1515908 h 4786148"/>
              <a:gd name="connsiteX1" fmla="*/ 1573945 w 4824210"/>
              <a:gd name="connsiteY1" fmla="*/ 1571263 h 4786148"/>
              <a:gd name="connsiteX2" fmla="*/ 2051752 w 4824210"/>
              <a:gd name="connsiteY2" fmla="*/ 1 h 4786148"/>
              <a:gd name="connsiteX3" fmla="*/ 2885532 w 4824210"/>
              <a:gd name="connsiteY3" fmla="*/ 1222902 h 4786148"/>
              <a:gd name="connsiteX4" fmla="*/ 4419602 w 4824210"/>
              <a:gd name="connsiteY4" fmla="*/ 655412 h 4786148"/>
              <a:gd name="connsiteX5" fmla="*/ 3994510 w 4824210"/>
              <a:gd name="connsiteY5" fmla="*/ 1425179 h 4786148"/>
              <a:gd name="connsiteX6" fmla="*/ 3644417 w 4824210"/>
              <a:gd name="connsiteY6" fmla="*/ 1957173 h 4786148"/>
              <a:gd name="connsiteX7" fmla="*/ 4824119 w 4824210"/>
              <a:gd name="connsiteY7" fmla="*/ 2283577 h 4786148"/>
              <a:gd name="connsiteX8" fmla="*/ 3585369 w 4824210"/>
              <a:gd name="connsiteY8" fmla="*/ 2755829 h 4786148"/>
              <a:gd name="connsiteX9" fmla="*/ 4549998 w 4824210"/>
              <a:gd name="connsiteY9" fmla="*/ 3931620 h 4786148"/>
              <a:gd name="connsiteX10" fmla="*/ 3070885 w 4824210"/>
              <a:gd name="connsiteY10" fmla="*/ 3416740 h 4786148"/>
              <a:gd name="connsiteX11" fmla="*/ 2905798 w 4824210"/>
              <a:gd name="connsiteY11" fmla="*/ 4784700 h 4786148"/>
              <a:gd name="connsiteX12" fmla="*/ 2143636 w 4824210"/>
              <a:gd name="connsiteY12" fmla="*/ 3662361 h 4786148"/>
              <a:gd name="connsiteX13" fmla="*/ 354844 w 4824210"/>
              <a:gd name="connsiteY13" fmla="*/ 3823586 h 4786148"/>
              <a:gd name="connsiteX14" fmla="*/ 1306700 w 4824210"/>
              <a:gd name="connsiteY14" fmla="*/ 2597830 h 4786148"/>
              <a:gd name="connsiteX15" fmla="*/ 1 w 4824210"/>
              <a:gd name="connsiteY15" fmla="*/ 1515908 h 4786148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885530 w 4824208"/>
              <a:gd name="connsiteY3" fmla="*/ 1222900 h 4785882"/>
              <a:gd name="connsiteX4" fmla="*/ 4419600 w 4824208"/>
              <a:gd name="connsiteY4" fmla="*/ 655410 h 4785882"/>
              <a:gd name="connsiteX5" fmla="*/ 3994508 w 4824208"/>
              <a:gd name="connsiteY5" fmla="*/ 1425177 h 4785882"/>
              <a:gd name="connsiteX6" fmla="*/ 3644415 w 4824208"/>
              <a:gd name="connsiteY6" fmla="*/ 1957171 h 4785882"/>
              <a:gd name="connsiteX7" fmla="*/ 4824117 w 4824208"/>
              <a:gd name="connsiteY7" fmla="*/ 2283575 h 4785882"/>
              <a:gd name="connsiteX8" fmla="*/ 3585367 w 4824208"/>
              <a:gd name="connsiteY8" fmla="*/ 2755827 h 4785882"/>
              <a:gd name="connsiteX9" fmla="*/ 4549996 w 4824208"/>
              <a:gd name="connsiteY9" fmla="*/ 3931618 h 4785882"/>
              <a:gd name="connsiteX10" fmla="*/ 3070883 w 4824208"/>
              <a:gd name="connsiteY10" fmla="*/ 3416738 h 4785882"/>
              <a:gd name="connsiteX11" fmla="*/ 2905796 w 4824208"/>
              <a:gd name="connsiteY11" fmla="*/ 4784698 h 4785882"/>
              <a:gd name="connsiteX12" fmla="*/ 2017367 w 4824208"/>
              <a:gd name="connsiteY12" fmla="*/ 3391173 h 4785882"/>
              <a:gd name="connsiteX13" fmla="*/ 354842 w 4824208"/>
              <a:gd name="connsiteY13" fmla="*/ 3823584 h 4785882"/>
              <a:gd name="connsiteX14" fmla="*/ 1306698 w 4824208"/>
              <a:gd name="connsiteY14" fmla="*/ 2597828 h 4785882"/>
              <a:gd name="connsiteX15" fmla="*/ -1 w 4824208"/>
              <a:gd name="connsiteY15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787862 w 4824210"/>
              <a:gd name="connsiteY3" fmla="*/ 1342312 h 4785884"/>
              <a:gd name="connsiteX4" fmla="*/ 4419602 w 4824210"/>
              <a:gd name="connsiteY4" fmla="*/ 655412 h 4785884"/>
              <a:gd name="connsiteX5" fmla="*/ 3994510 w 4824210"/>
              <a:gd name="connsiteY5" fmla="*/ 1425179 h 4785884"/>
              <a:gd name="connsiteX6" fmla="*/ 3644417 w 4824210"/>
              <a:gd name="connsiteY6" fmla="*/ 1957173 h 4785884"/>
              <a:gd name="connsiteX7" fmla="*/ 4824119 w 4824210"/>
              <a:gd name="connsiteY7" fmla="*/ 2283577 h 4785884"/>
              <a:gd name="connsiteX8" fmla="*/ 3585369 w 4824210"/>
              <a:gd name="connsiteY8" fmla="*/ 2755829 h 4785884"/>
              <a:gd name="connsiteX9" fmla="*/ 4549998 w 4824210"/>
              <a:gd name="connsiteY9" fmla="*/ 3931620 h 4785884"/>
              <a:gd name="connsiteX10" fmla="*/ 3070885 w 4824210"/>
              <a:gd name="connsiteY10" fmla="*/ 3416740 h 4785884"/>
              <a:gd name="connsiteX11" fmla="*/ 2905798 w 4824210"/>
              <a:gd name="connsiteY11" fmla="*/ 4784700 h 4785884"/>
              <a:gd name="connsiteX12" fmla="*/ 2017369 w 4824210"/>
              <a:gd name="connsiteY12" fmla="*/ 3391175 h 4785884"/>
              <a:gd name="connsiteX13" fmla="*/ 354844 w 4824210"/>
              <a:gd name="connsiteY13" fmla="*/ 3823586 h 4785884"/>
              <a:gd name="connsiteX14" fmla="*/ 1306700 w 4824210"/>
              <a:gd name="connsiteY14" fmla="*/ 2597830 h 4785884"/>
              <a:gd name="connsiteX15" fmla="*/ 1 w 4824210"/>
              <a:gd name="connsiteY15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787860 w 4824208"/>
              <a:gd name="connsiteY3" fmla="*/ 1342310 h 4785882"/>
              <a:gd name="connsiteX4" fmla="*/ 3924153 w 4824208"/>
              <a:gd name="connsiteY4" fmla="*/ 431702 h 4785882"/>
              <a:gd name="connsiteX5" fmla="*/ 3994508 w 4824208"/>
              <a:gd name="connsiteY5" fmla="*/ 1425177 h 4785882"/>
              <a:gd name="connsiteX6" fmla="*/ 3644415 w 4824208"/>
              <a:gd name="connsiteY6" fmla="*/ 1957171 h 4785882"/>
              <a:gd name="connsiteX7" fmla="*/ 4824117 w 4824208"/>
              <a:gd name="connsiteY7" fmla="*/ 2283575 h 4785882"/>
              <a:gd name="connsiteX8" fmla="*/ 3585367 w 4824208"/>
              <a:gd name="connsiteY8" fmla="*/ 2755827 h 4785882"/>
              <a:gd name="connsiteX9" fmla="*/ 4549996 w 4824208"/>
              <a:gd name="connsiteY9" fmla="*/ 3931618 h 4785882"/>
              <a:gd name="connsiteX10" fmla="*/ 3070883 w 4824208"/>
              <a:gd name="connsiteY10" fmla="*/ 3416738 h 4785882"/>
              <a:gd name="connsiteX11" fmla="*/ 2905796 w 4824208"/>
              <a:gd name="connsiteY11" fmla="*/ 4784698 h 4785882"/>
              <a:gd name="connsiteX12" fmla="*/ 2017367 w 4824208"/>
              <a:gd name="connsiteY12" fmla="*/ 3391173 h 4785882"/>
              <a:gd name="connsiteX13" fmla="*/ 354842 w 4824208"/>
              <a:gd name="connsiteY13" fmla="*/ 3823584 h 4785882"/>
              <a:gd name="connsiteX14" fmla="*/ 1306698 w 4824208"/>
              <a:gd name="connsiteY14" fmla="*/ 2597828 h 4785882"/>
              <a:gd name="connsiteX15" fmla="*/ -1 w 4824208"/>
              <a:gd name="connsiteY15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787862 w 4824210"/>
              <a:gd name="connsiteY3" fmla="*/ 1342312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681474 w 4824210"/>
              <a:gd name="connsiteY1" fmla="*/ 176460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681474 w 4824210"/>
              <a:gd name="connsiteY1" fmla="*/ 176460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816877"/>
              <a:gd name="connsiteX1" fmla="*/ 1681474 w 4824210"/>
              <a:gd name="connsiteY1" fmla="*/ 1764603 h 4816877"/>
              <a:gd name="connsiteX2" fmla="*/ 2051752 w 4824210"/>
              <a:gd name="connsiteY2" fmla="*/ 1 h 4816877"/>
              <a:gd name="connsiteX3" fmla="*/ 2692151 w 4824210"/>
              <a:gd name="connsiteY3" fmla="*/ 1634454 h 4816877"/>
              <a:gd name="connsiteX4" fmla="*/ 3924155 w 4824210"/>
              <a:gd name="connsiteY4" fmla="*/ 431704 h 4816877"/>
              <a:gd name="connsiteX5" fmla="*/ 3501933 w 4824210"/>
              <a:gd name="connsiteY5" fmla="*/ 2011010 h 4816877"/>
              <a:gd name="connsiteX6" fmla="*/ 4824119 w 4824210"/>
              <a:gd name="connsiteY6" fmla="*/ 2283577 h 4816877"/>
              <a:gd name="connsiteX7" fmla="*/ 3585369 w 4824210"/>
              <a:gd name="connsiteY7" fmla="*/ 2755829 h 4816877"/>
              <a:gd name="connsiteX8" fmla="*/ 4549998 w 4824210"/>
              <a:gd name="connsiteY8" fmla="*/ 3931620 h 4816877"/>
              <a:gd name="connsiteX9" fmla="*/ 3070885 w 4824210"/>
              <a:gd name="connsiteY9" fmla="*/ 3416740 h 4816877"/>
              <a:gd name="connsiteX10" fmla="*/ 2769359 w 4824210"/>
              <a:gd name="connsiteY10" fmla="*/ 4815717 h 4816877"/>
              <a:gd name="connsiteX11" fmla="*/ 2017369 w 4824210"/>
              <a:gd name="connsiteY11" fmla="*/ 3391175 h 4816877"/>
              <a:gd name="connsiteX12" fmla="*/ 354844 w 4824210"/>
              <a:gd name="connsiteY12" fmla="*/ 3823586 h 4816877"/>
              <a:gd name="connsiteX13" fmla="*/ 1306700 w 4824210"/>
              <a:gd name="connsiteY13" fmla="*/ 2597830 h 4816877"/>
              <a:gd name="connsiteX14" fmla="*/ 1 w 4824210"/>
              <a:gd name="connsiteY14" fmla="*/ 1515908 h 4816877"/>
              <a:gd name="connsiteX0" fmla="*/ -1 w 4824208"/>
              <a:gd name="connsiteY0" fmla="*/ 1515906 h 4816873"/>
              <a:gd name="connsiteX1" fmla="*/ 1681472 w 4824208"/>
              <a:gd name="connsiteY1" fmla="*/ 1764601 h 4816873"/>
              <a:gd name="connsiteX2" fmla="*/ 2051750 w 4824208"/>
              <a:gd name="connsiteY2" fmla="*/ -1 h 4816873"/>
              <a:gd name="connsiteX3" fmla="*/ 2588999 w 4824208"/>
              <a:gd name="connsiteY3" fmla="*/ 1677665 h 4816873"/>
              <a:gd name="connsiteX4" fmla="*/ 3924153 w 4824208"/>
              <a:gd name="connsiteY4" fmla="*/ 431702 h 4816873"/>
              <a:gd name="connsiteX5" fmla="*/ 3501931 w 4824208"/>
              <a:gd name="connsiteY5" fmla="*/ 2011008 h 4816873"/>
              <a:gd name="connsiteX6" fmla="*/ 4824117 w 4824208"/>
              <a:gd name="connsiteY6" fmla="*/ 2283575 h 4816873"/>
              <a:gd name="connsiteX7" fmla="*/ 3585367 w 4824208"/>
              <a:gd name="connsiteY7" fmla="*/ 2755827 h 4816873"/>
              <a:gd name="connsiteX8" fmla="*/ 4549996 w 4824208"/>
              <a:gd name="connsiteY8" fmla="*/ 3931618 h 4816873"/>
              <a:gd name="connsiteX9" fmla="*/ 3070883 w 4824208"/>
              <a:gd name="connsiteY9" fmla="*/ 3416738 h 4816873"/>
              <a:gd name="connsiteX10" fmla="*/ 2769357 w 4824208"/>
              <a:gd name="connsiteY10" fmla="*/ 4815715 h 4816873"/>
              <a:gd name="connsiteX11" fmla="*/ 2017367 w 4824208"/>
              <a:gd name="connsiteY11" fmla="*/ 3391173 h 4816873"/>
              <a:gd name="connsiteX12" fmla="*/ 354842 w 4824208"/>
              <a:gd name="connsiteY12" fmla="*/ 3823584 h 4816873"/>
              <a:gd name="connsiteX13" fmla="*/ 1306698 w 4824208"/>
              <a:gd name="connsiteY13" fmla="*/ 2597828 h 4816873"/>
              <a:gd name="connsiteX14" fmla="*/ -1 w 4824208"/>
              <a:gd name="connsiteY14" fmla="*/ 1515906 h 4816873"/>
              <a:gd name="connsiteX0" fmla="*/ 1 w 4824210"/>
              <a:gd name="connsiteY0" fmla="*/ 1450607 h 4751576"/>
              <a:gd name="connsiteX1" fmla="*/ 1681474 w 4824210"/>
              <a:gd name="connsiteY1" fmla="*/ 1699302 h 4751576"/>
              <a:gd name="connsiteX2" fmla="*/ 1872212 w 4824210"/>
              <a:gd name="connsiteY2" fmla="*/ 0 h 4751576"/>
              <a:gd name="connsiteX3" fmla="*/ 2589001 w 4824210"/>
              <a:gd name="connsiteY3" fmla="*/ 1612366 h 4751576"/>
              <a:gd name="connsiteX4" fmla="*/ 3924155 w 4824210"/>
              <a:gd name="connsiteY4" fmla="*/ 366403 h 4751576"/>
              <a:gd name="connsiteX5" fmla="*/ 3501933 w 4824210"/>
              <a:gd name="connsiteY5" fmla="*/ 1945709 h 4751576"/>
              <a:gd name="connsiteX6" fmla="*/ 4824119 w 4824210"/>
              <a:gd name="connsiteY6" fmla="*/ 2218276 h 4751576"/>
              <a:gd name="connsiteX7" fmla="*/ 3585369 w 4824210"/>
              <a:gd name="connsiteY7" fmla="*/ 2690528 h 4751576"/>
              <a:gd name="connsiteX8" fmla="*/ 4549998 w 4824210"/>
              <a:gd name="connsiteY8" fmla="*/ 3866319 h 4751576"/>
              <a:gd name="connsiteX9" fmla="*/ 3070885 w 4824210"/>
              <a:gd name="connsiteY9" fmla="*/ 3351439 h 4751576"/>
              <a:gd name="connsiteX10" fmla="*/ 2769359 w 4824210"/>
              <a:gd name="connsiteY10" fmla="*/ 4750416 h 4751576"/>
              <a:gd name="connsiteX11" fmla="*/ 2017369 w 4824210"/>
              <a:gd name="connsiteY11" fmla="*/ 3325874 h 4751576"/>
              <a:gd name="connsiteX12" fmla="*/ 354844 w 4824210"/>
              <a:gd name="connsiteY12" fmla="*/ 3758285 h 4751576"/>
              <a:gd name="connsiteX13" fmla="*/ 1306700 w 4824210"/>
              <a:gd name="connsiteY13" fmla="*/ 2532529 h 4751576"/>
              <a:gd name="connsiteX14" fmla="*/ 1 w 4824210"/>
              <a:gd name="connsiteY14" fmla="*/ 1450607 h 475157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588999 w 4824208"/>
              <a:gd name="connsiteY3" fmla="*/ 148555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589001 w 4824210"/>
              <a:gd name="connsiteY3" fmla="*/ 148555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588999 w 4824208"/>
              <a:gd name="connsiteY3" fmla="*/ 148555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52997 w 4824210"/>
              <a:gd name="connsiteY3" fmla="*/ 1403752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652995 w 4824208"/>
              <a:gd name="connsiteY3" fmla="*/ 1403750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52997 w 4824210"/>
              <a:gd name="connsiteY3" fmla="*/ 1403752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652995 w 4824208"/>
              <a:gd name="connsiteY3" fmla="*/ 1403750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60385 w 4824210"/>
              <a:gd name="connsiteY3" fmla="*/ 138277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660383 w 4824208"/>
              <a:gd name="connsiteY3" fmla="*/ 138277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60385 w 4824210"/>
              <a:gd name="connsiteY3" fmla="*/ 138277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6368 h 4627335"/>
              <a:gd name="connsiteX1" fmla="*/ 1681472 w 4824208"/>
              <a:gd name="connsiteY1" fmla="*/ 1575063 h 4627335"/>
              <a:gd name="connsiteX2" fmla="*/ 1951479 w 4824208"/>
              <a:gd name="connsiteY2" fmla="*/ 2572 h 4627335"/>
              <a:gd name="connsiteX3" fmla="*/ 2660383 w 4824208"/>
              <a:gd name="connsiteY3" fmla="*/ 1385347 h 4627335"/>
              <a:gd name="connsiteX4" fmla="*/ 3924153 w 4824208"/>
              <a:gd name="connsiteY4" fmla="*/ 242164 h 4627335"/>
              <a:gd name="connsiteX5" fmla="*/ 3501931 w 4824208"/>
              <a:gd name="connsiteY5" fmla="*/ 1821470 h 4627335"/>
              <a:gd name="connsiteX6" fmla="*/ 4824117 w 4824208"/>
              <a:gd name="connsiteY6" fmla="*/ 2094037 h 4627335"/>
              <a:gd name="connsiteX7" fmla="*/ 3585367 w 4824208"/>
              <a:gd name="connsiteY7" fmla="*/ 2566289 h 4627335"/>
              <a:gd name="connsiteX8" fmla="*/ 4549996 w 4824208"/>
              <a:gd name="connsiteY8" fmla="*/ 3742080 h 4627335"/>
              <a:gd name="connsiteX9" fmla="*/ 3070883 w 4824208"/>
              <a:gd name="connsiteY9" fmla="*/ 3227200 h 4627335"/>
              <a:gd name="connsiteX10" fmla="*/ 2769357 w 4824208"/>
              <a:gd name="connsiteY10" fmla="*/ 4626177 h 4627335"/>
              <a:gd name="connsiteX11" fmla="*/ 2017367 w 4824208"/>
              <a:gd name="connsiteY11" fmla="*/ 3201635 h 4627335"/>
              <a:gd name="connsiteX12" fmla="*/ 354842 w 4824208"/>
              <a:gd name="connsiteY12" fmla="*/ 3634046 h 4627335"/>
              <a:gd name="connsiteX13" fmla="*/ 1306698 w 4824208"/>
              <a:gd name="connsiteY13" fmla="*/ 2408290 h 4627335"/>
              <a:gd name="connsiteX14" fmla="*/ -1 w 4824208"/>
              <a:gd name="connsiteY14" fmla="*/ 1326368 h 4627335"/>
              <a:gd name="connsiteX0" fmla="*/ 1 w 4858857"/>
              <a:gd name="connsiteY0" fmla="*/ 1326370 h 4627339"/>
              <a:gd name="connsiteX1" fmla="*/ 1681474 w 4858857"/>
              <a:gd name="connsiteY1" fmla="*/ 1575065 h 4627339"/>
              <a:gd name="connsiteX2" fmla="*/ 1951481 w 4858857"/>
              <a:gd name="connsiteY2" fmla="*/ 2574 h 4627339"/>
              <a:gd name="connsiteX3" fmla="*/ 2660385 w 4858857"/>
              <a:gd name="connsiteY3" fmla="*/ 1385349 h 4627339"/>
              <a:gd name="connsiteX4" fmla="*/ 3924155 w 4858857"/>
              <a:gd name="connsiteY4" fmla="*/ 242166 h 4627339"/>
              <a:gd name="connsiteX5" fmla="*/ 3501933 w 4858857"/>
              <a:gd name="connsiteY5" fmla="*/ 1821472 h 4627339"/>
              <a:gd name="connsiteX6" fmla="*/ 4858770 w 4858857"/>
              <a:gd name="connsiteY6" fmla="*/ 2100005 h 4627339"/>
              <a:gd name="connsiteX7" fmla="*/ 3585369 w 4858857"/>
              <a:gd name="connsiteY7" fmla="*/ 2566291 h 4627339"/>
              <a:gd name="connsiteX8" fmla="*/ 4549998 w 4858857"/>
              <a:gd name="connsiteY8" fmla="*/ 3742082 h 4627339"/>
              <a:gd name="connsiteX9" fmla="*/ 3070885 w 4858857"/>
              <a:gd name="connsiteY9" fmla="*/ 3227202 h 4627339"/>
              <a:gd name="connsiteX10" fmla="*/ 2769359 w 4858857"/>
              <a:gd name="connsiteY10" fmla="*/ 4626179 h 4627339"/>
              <a:gd name="connsiteX11" fmla="*/ 2017369 w 4858857"/>
              <a:gd name="connsiteY11" fmla="*/ 3201637 h 4627339"/>
              <a:gd name="connsiteX12" fmla="*/ 354844 w 4858857"/>
              <a:gd name="connsiteY12" fmla="*/ 3634048 h 4627339"/>
              <a:gd name="connsiteX13" fmla="*/ 1306700 w 4858857"/>
              <a:gd name="connsiteY13" fmla="*/ 2408292 h 4627339"/>
              <a:gd name="connsiteX14" fmla="*/ 1 w 4858857"/>
              <a:gd name="connsiteY14" fmla="*/ 1326370 h 4627339"/>
              <a:gd name="connsiteX0" fmla="*/ -1 w 4858855"/>
              <a:gd name="connsiteY0" fmla="*/ 1326370 h 4627337"/>
              <a:gd name="connsiteX1" fmla="*/ 1681472 w 4858855"/>
              <a:gd name="connsiteY1" fmla="*/ 1575065 h 4627337"/>
              <a:gd name="connsiteX2" fmla="*/ 1951479 w 4858855"/>
              <a:gd name="connsiteY2" fmla="*/ 2574 h 4627337"/>
              <a:gd name="connsiteX3" fmla="*/ 2660383 w 4858855"/>
              <a:gd name="connsiteY3" fmla="*/ 1385349 h 4627337"/>
              <a:gd name="connsiteX4" fmla="*/ 3924153 w 4858855"/>
              <a:gd name="connsiteY4" fmla="*/ 242166 h 4627337"/>
              <a:gd name="connsiteX5" fmla="*/ 3501931 w 4858855"/>
              <a:gd name="connsiteY5" fmla="*/ 1821472 h 4627337"/>
              <a:gd name="connsiteX6" fmla="*/ 4858768 w 4858855"/>
              <a:gd name="connsiteY6" fmla="*/ 2100005 h 4627337"/>
              <a:gd name="connsiteX7" fmla="*/ 3585367 w 4858855"/>
              <a:gd name="connsiteY7" fmla="*/ 2566291 h 4627337"/>
              <a:gd name="connsiteX8" fmla="*/ 4549996 w 4858855"/>
              <a:gd name="connsiteY8" fmla="*/ 3742082 h 4627337"/>
              <a:gd name="connsiteX9" fmla="*/ 3070883 w 4858855"/>
              <a:gd name="connsiteY9" fmla="*/ 3227202 h 4627337"/>
              <a:gd name="connsiteX10" fmla="*/ 2769357 w 4858855"/>
              <a:gd name="connsiteY10" fmla="*/ 4626179 h 4627337"/>
              <a:gd name="connsiteX11" fmla="*/ 2017367 w 4858855"/>
              <a:gd name="connsiteY11" fmla="*/ 3201637 h 4627337"/>
              <a:gd name="connsiteX12" fmla="*/ 354842 w 4858855"/>
              <a:gd name="connsiteY12" fmla="*/ 3634048 h 4627337"/>
              <a:gd name="connsiteX13" fmla="*/ 1306698 w 4858855"/>
              <a:gd name="connsiteY13" fmla="*/ 2408292 h 4627337"/>
              <a:gd name="connsiteX14" fmla="*/ -1 w 4858855"/>
              <a:gd name="connsiteY14" fmla="*/ 1326370 h 4627337"/>
              <a:gd name="connsiteX0" fmla="*/ 1 w 4858857"/>
              <a:gd name="connsiteY0" fmla="*/ 1326370 h 4627339"/>
              <a:gd name="connsiteX1" fmla="*/ 1681474 w 4858857"/>
              <a:gd name="connsiteY1" fmla="*/ 1575065 h 4627339"/>
              <a:gd name="connsiteX2" fmla="*/ 1951481 w 4858857"/>
              <a:gd name="connsiteY2" fmla="*/ 2574 h 4627339"/>
              <a:gd name="connsiteX3" fmla="*/ 2660385 w 4858857"/>
              <a:gd name="connsiteY3" fmla="*/ 1385349 h 4627339"/>
              <a:gd name="connsiteX4" fmla="*/ 3924155 w 4858857"/>
              <a:gd name="connsiteY4" fmla="*/ 242166 h 4627339"/>
              <a:gd name="connsiteX5" fmla="*/ 3501933 w 4858857"/>
              <a:gd name="connsiteY5" fmla="*/ 1821472 h 4627339"/>
              <a:gd name="connsiteX6" fmla="*/ 4858770 w 4858857"/>
              <a:gd name="connsiteY6" fmla="*/ 2100005 h 4627339"/>
              <a:gd name="connsiteX7" fmla="*/ 3585369 w 4858857"/>
              <a:gd name="connsiteY7" fmla="*/ 2566291 h 4627339"/>
              <a:gd name="connsiteX8" fmla="*/ 4549998 w 4858857"/>
              <a:gd name="connsiteY8" fmla="*/ 3742082 h 4627339"/>
              <a:gd name="connsiteX9" fmla="*/ 3070885 w 4858857"/>
              <a:gd name="connsiteY9" fmla="*/ 3227202 h 4627339"/>
              <a:gd name="connsiteX10" fmla="*/ 2769359 w 4858857"/>
              <a:gd name="connsiteY10" fmla="*/ 4626179 h 4627339"/>
              <a:gd name="connsiteX11" fmla="*/ 2017369 w 4858857"/>
              <a:gd name="connsiteY11" fmla="*/ 3201637 h 4627339"/>
              <a:gd name="connsiteX12" fmla="*/ 354844 w 4858857"/>
              <a:gd name="connsiteY12" fmla="*/ 3634048 h 4627339"/>
              <a:gd name="connsiteX13" fmla="*/ 1306700 w 4858857"/>
              <a:gd name="connsiteY13" fmla="*/ 2408292 h 4627339"/>
              <a:gd name="connsiteX14" fmla="*/ 1 w 4858857"/>
              <a:gd name="connsiteY14" fmla="*/ 1326370 h 4627339"/>
              <a:gd name="connsiteX0" fmla="*/ -1 w 4858845"/>
              <a:gd name="connsiteY0" fmla="*/ 1326370 h 4627337"/>
              <a:gd name="connsiteX1" fmla="*/ 1681472 w 4858845"/>
              <a:gd name="connsiteY1" fmla="*/ 1575065 h 4627337"/>
              <a:gd name="connsiteX2" fmla="*/ 1951479 w 4858845"/>
              <a:gd name="connsiteY2" fmla="*/ 2574 h 4627337"/>
              <a:gd name="connsiteX3" fmla="*/ 2660383 w 4858845"/>
              <a:gd name="connsiteY3" fmla="*/ 1385349 h 4627337"/>
              <a:gd name="connsiteX4" fmla="*/ 3924153 w 4858845"/>
              <a:gd name="connsiteY4" fmla="*/ 242166 h 4627337"/>
              <a:gd name="connsiteX5" fmla="*/ 3501931 w 4858845"/>
              <a:gd name="connsiteY5" fmla="*/ 1821472 h 4627337"/>
              <a:gd name="connsiteX6" fmla="*/ 4858768 w 4858845"/>
              <a:gd name="connsiteY6" fmla="*/ 2100005 h 4627337"/>
              <a:gd name="connsiteX7" fmla="*/ 3585367 w 4858845"/>
              <a:gd name="connsiteY7" fmla="*/ 2566291 h 4627337"/>
              <a:gd name="connsiteX8" fmla="*/ 4549996 w 4858845"/>
              <a:gd name="connsiteY8" fmla="*/ 3742082 h 4627337"/>
              <a:gd name="connsiteX9" fmla="*/ 3070883 w 4858845"/>
              <a:gd name="connsiteY9" fmla="*/ 3227202 h 4627337"/>
              <a:gd name="connsiteX10" fmla="*/ 2769357 w 4858845"/>
              <a:gd name="connsiteY10" fmla="*/ 4626179 h 4627337"/>
              <a:gd name="connsiteX11" fmla="*/ 2017367 w 4858845"/>
              <a:gd name="connsiteY11" fmla="*/ 3201637 h 4627337"/>
              <a:gd name="connsiteX12" fmla="*/ 354842 w 4858845"/>
              <a:gd name="connsiteY12" fmla="*/ 3634048 h 4627337"/>
              <a:gd name="connsiteX13" fmla="*/ 1306698 w 4858845"/>
              <a:gd name="connsiteY13" fmla="*/ 2408292 h 4627337"/>
              <a:gd name="connsiteX14" fmla="*/ -1 w 4858845"/>
              <a:gd name="connsiteY14" fmla="*/ 1326370 h 4627337"/>
              <a:gd name="connsiteX0" fmla="*/ 1 w 4858847"/>
              <a:gd name="connsiteY0" fmla="*/ 1326583 h 4627552"/>
              <a:gd name="connsiteX1" fmla="*/ 1681474 w 4858847"/>
              <a:gd name="connsiteY1" fmla="*/ 1575278 h 4627552"/>
              <a:gd name="connsiteX2" fmla="*/ 1951481 w 4858847"/>
              <a:gd name="connsiteY2" fmla="*/ 2787 h 4627552"/>
              <a:gd name="connsiteX3" fmla="*/ 2628117 w 4858847"/>
              <a:gd name="connsiteY3" fmla="*/ 1285257 h 4627552"/>
              <a:gd name="connsiteX4" fmla="*/ 3924155 w 4858847"/>
              <a:gd name="connsiteY4" fmla="*/ 242379 h 4627552"/>
              <a:gd name="connsiteX5" fmla="*/ 3501933 w 4858847"/>
              <a:gd name="connsiteY5" fmla="*/ 1821685 h 4627552"/>
              <a:gd name="connsiteX6" fmla="*/ 4858770 w 4858847"/>
              <a:gd name="connsiteY6" fmla="*/ 2100218 h 4627552"/>
              <a:gd name="connsiteX7" fmla="*/ 3585369 w 4858847"/>
              <a:gd name="connsiteY7" fmla="*/ 2566504 h 4627552"/>
              <a:gd name="connsiteX8" fmla="*/ 4549998 w 4858847"/>
              <a:gd name="connsiteY8" fmla="*/ 3742295 h 4627552"/>
              <a:gd name="connsiteX9" fmla="*/ 3070885 w 4858847"/>
              <a:gd name="connsiteY9" fmla="*/ 3227415 h 4627552"/>
              <a:gd name="connsiteX10" fmla="*/ 2769359 w 4858847"/>
              <a:gd name="connsiteY10" fmla="*/ 4626392 h 4627552"/>
              <a:gd name="connsiteX11" fmla="*/ 2017369 w 4858847"/>
              <a:gd name="connsiteY11" fmla="*/ 3201850 h 4627552"/>
              <a:gd name="connsiteX12" fmla="*/ 354844 w 4858847"/>
              <a:gd name="connsiteY12" fmla="*/ 3634261 h 4627552"/>
              <a:gd name="connsiteX13" fmla="*/ 1306700 w 4858847"/>
              <a:gd name="connsiteY13" fmla="*/ 2408505 h 4627552"/>
              <a:gd name="connsiteX14" fmla="*/ 1 w 4858847"/>
              <a:gd name="connsiteY14" fmla="*/ 1326583 h 4627552"/>
              <a:gd name="connsiteX0" fmla="*/ -1 w 4858845"/>
              <a:gd name="connsiteY0" fmla="*/ 1326583 h 4627550"/>
              <a:gd name="connsiteX1" fmla="*/ 1729268 w 4858845"/>
              <a:gd name="connsiteY1" fmla="*/ 1510282 h 4627550"/>
              <a:gd name="connsiteX2" fmla="*/ 1951479 w 4858845"/>
              <a:gd name="connsiteY2" fmla="*/ 2787 h 4627550"/>
              <a:gd name="connsiteX3" fmla="*/ 2628115 w 4858845"/>
              <a:gd name="connsiteY3" fmla="*/ 1285257 h 4627550"/>
              <a:gd name="connsiteX4" fmla="*/ 3924153 w 4858845"/>
              <a:gd name="connsiteY4" fmla="*/ 242379 h 4627550"/>
              <a:gd name="connsiteX5" fmla="*/ 3501931 w 4858845"/>
              <a:gd name="connsiteY5" fmla="*/ 1821685 h 4627550"/>
              <a:gd name="connsiteX6" fmla="*/ 4858768 w 4858845"/>
              <a:gd name="connsiteY6" fmla="*/ 2100218 h 4627550"/>
              <a:gd name="connsiteX7" fmla="*/ 3585367 w 4858845"/>
              <a:gd name="connsiteY7" fmla="*/ 2566504 h 4627550"/>
              <a:gd name="connsiteX8" fmla="*/ 4549996 w 4858845"/>
              <a:gd name="connsiteY8" fmla="*/ 3742295 h 4627550"/>
              <a:gd name="connsiteX9" fmla="*/ 3070883 w 4858845"/>
              <a:gd name="connsiteY9" fmla="*/ 3227415 h 4627550"/>
              <a:gd name="connsiteX10" fmla="*/ 2769357 w 4858845"/>
              <a:gd name="connsiteY10" fmla="*/ 4626392 h 4627550"/>
              <a:gd name="connsiteX11" fmla="*/ 2017367 w 4858845"/>
              <a:gd name="connsiteY11" fmla="*/ 3201850 h 4627550"/>
              <a:gd name="connsiteX12" fmla="*/ 354842 w 4858845"/>
              <a:gd name="connsiteY12" fmla="*/ 3634261 h 4627550"/>
              <a:gd name="connsiteX13" fmla="*/ 1306698 w 4858845"/>
              <a:gd name="connsiteY13" fmla="*/ 2408505 h 4627550"/>
              <a:gd name="connsiteX14" fmla="*/ -1 w 4858845"/>
              <a:gd name="connsiteY14" fmla="*/ 1326583 h 4627550"/>
              <a:gd name="connsiteX0" fmla="*/ 1 w 4858847"/>
              <a:gd name="connsiteY0" fmla="*/ 1326620 h 4627589"/>
              <a:gd name="connsiteX1" fmla="*/ 1729270 w 4858847"/>
              <a:gd name="connsiteY1" fmla="*/ 1510319 h 4627589"/>
              <a:gd name="connsiteX2" fmla="*/ 1951481 w 4858847"/>
              <a:gd name="connsiteY2" fmla="*/ 2824 h 4627589"/>
              <a:gd name="connsiteX3" fmla="*/ 2678273 w 4858847"/>
              <a:gd name="connsiteY3" fmla="*/ 1269160 h 4627589"/>
              <a:gd name="connsiteX4" fmla="*/ 3924155 w 4858847"/>
              <a:gd name="connsiteY4" fmla="*/ 242416 h 4627589"/>
              <a:gd name="connsiteX5" fmla="*/ 3501933 w 4858847"/>
              <a:gd name="connsiteY5" fmla="*/ 1821722 h 4627589"/>
              <a:gd name="connsiteX6" fmla="*/ 4858770 w 4858847"/>
              <a:gd name="connsiteY6" fmla="*/ 2100255 h 4627589"/>
              <a:gd name="connsiteX7" fmla="*/ 3585369 w 4858847"/>
              <a:gd name="connsiteY7" fmla="*/ 2566541 h 4627589"/>
              <a:gd name="connsiteX8" fmla="*/ 4549998 w 4858847"/>
              <a:gd name="connsiteY8" fmla="*/ 3742332 h 4627589"/>
              <a:gd name="connsiteX9" fmla="*/ 3070885 w 4858847"/>
              <a:gd name="connsiteY9" fmla="*/ 3227452 h 4627589"/>
              <a:gd name="connsiteX10" fmla="*/ 2769359 w 4858847"/>
              <a:gd name="connsiteY10" fmla="*/ 4626429 h 4627589"/>
              <a:gd name="connsiteX11" fmla="*/ 2017369 w 4858847"/>
              <a:gd name="connsiteY11" fmla="*/ 3201887 h 4627589"/>
              <a:gd name="connsiteX12" fmla="*/ 354844 w 4858847"/>
              <a:gd name="connsiteY12" fmla="*/ 3634298 h 4627589"/>
              <a:gd name="connsiteX13" fmla="*/ 1306700 w 4858847"/>
              <a:gd name="connsiteY13" fmla="*/ 2408542 h 4627589"/>
              <a:gd name="connsiteX14" fmla="*/ 1 w 4858847"/>
              <a:gd name="connsiteY14" fmla="*/ 1326620 h 4627589"/>
              <a:gd name="connsiteX0" fmla="*/ -1 w 4858845"/>
              <a:gd name="connsiteY0" fmla="*/ 1326722 h 4627689"/>
              <a:gd name="connsiteX1" fmla="*/ 1729268 w 4858845"/>
              <a:gd name="connsiteY1" fmla="*/ 1510421 h 4627689"/>
              <a:gd name="connsiteX2" fmla="*/ 1951479 w 4858845"/>
              <a:gd name="connsiteY2" fmla="*/ 2926 h 4627689"/>
              <a:gd name="connsiteX3" fmla="*/ 2682153 w 4858845"/>
              <a:gd name="connsiteY3" fmla="*/ 1227936 h 4627689"/>
              <a:gd name="connsiteX4" fmla="*/ 3924153 w 4858845"/>
              <a:gd name="connsiteY4" fmla="*/ 242518 h 4627689"/>
              <a:gd name="connsiteX5" fmla="*/ 3501931 w 4858845"/>
              <a:gd name="connsiteY5" fmla="*/ 1821824 h 4627689"/>
              <a:gd name="connsiteX6" fmla="*/ 4858768 w 4858845"/>
              <a:gd name="connsiteY6" fmla="*/ 2100357 h 4627689"/>
              <a:gd name="connsiteX7" fmla="*/ 3585367 w 4858845"/>
              <a:gd name="connsiteY7" fmla="*/ 2566643 h 4627689"/>
              <a:gd name="connsiteX8" fmla="*/ 4549996 w 4858845"/>
              <a:gd name="connsiteY8" fmla="*/ 3742434 h 4627689"/>
              <a:gd name="connsiteX9" fmla="*/ 3070883 w 4858845"/>
              <a:gd name="connsiteY9" fmla="*/ 3227554 h 4627689"/>
              <a:gd name="connsiteX10" fmla="*/ 2769357 w 4858845"/>
              <a:gd name="connsiteY10" fmla="*/ 4626531 h 4627689"/>
              <a:gd name="connsiteX11" fmla="*/ 2017367 w 4858845"/>
              <a:gd name="connsiteY11" fmla="*/ 3201989 h 4627689"/>
              <a:gd name="connsiteX12" fmla="*/ 354842 w 4858845"/>
              <a:gd name="connsiteY12" fmla="*/ 3634400 h 4627689"/>
              <a:gd name="connsiteX13" fmla="*/ 1306698 w 4858845"/>
              <a:gd name="connsiteY13" fmla="*/ 2408644 h 4627689"/>
              <a:gd name="connsiteX14" fmla="*/ -1 w 4858845"/>
              <a:gd name="connsiteY14" fmla="*/ 1326722 h 4627689"/>
            </a:gdLst>
            <a:rect l="l" t="t" r="r" b="b"/>
            <a:pathLst>
              <a:path w="4858845" h="4627689">
                <a:moveTo>
                  <a:pt x="-1" y="1326722"/>
                </a:moveTo>
                <a:cubicBezTo>
                  <a:pt x="633321" y="1386803"/>
                  <a:pt x="1422331" y="1489110"/>
                  <a:pt x="1729268" y="1510421"/>
                </a:cubicBezTo>
                <a:cubicBezTo>
                  <a:pt x="1838388" y="1104512"/>
                  <a:pt x="1849623" y="188812"/>
                  <a:pt x="1951479" y="2926"/>
                </a:cubicBezTo>
                <a:cubicBezTo>
                  <a:pt x="1954761" y="-63939"/>
                  <a:pt x="2603697" y="1034996"/>
                  <a:pt x="2682153" y="1227936"/>
                </a:cubicBezTo>
                <a:cubicBezTo>
                  <a:pt x="3132575" y="810608"/>
                  <a:pt x="3766488" y="313694"/>
                  <a:pt x="3924153" y="242518"/>
                </a:cubicBezTo>
                <a:cubicBezTo>
                  <a:pt x="3844660" y="676883"/>
                  <a:pt x="3460638" y="1725148"/>
                  <a:pt x="3501931" y="1821824"/>
                </a:cubicBezTo>
                <a:cubicBezTo>
                  <a:pt x="3736210" y="1856001"/>
                  <a:pt x="4727255" y="1997138"/>
                  <a:pt x="4858768" y="2100357"/>
                </a:cubicBezTo>
                <a:cubicBezTo>
                  <a:pt x="4868100" y="2242594"/>
                  <a:pt x="4037744" y="2385170"/>
                  <a:pt x="3585367" y="2566643"/>
                </a:cubicBezTo>
                <a:cubicBezTo>
                  <a:pt x="3779726" y="2810820"/>
                  <a:pt x="4357567" y="3385338"/>
                  <a:pt x="4549996" y="3742434"/>
                </a:cubicBezTo>
                <a:cubicBezTo>
                  <a:pt x="4377750" y="3753626"/>
                  <a:pt x="3367928" y="3296337"/>
                  <a:pt x="3070883" y="3227554"/>
                </a:cubicBezTo>
                <a:cubicBezTo>
                  <a:pt x="3024507" y="3542861"/>
                  <a:pt x="2850188" y="4337729"/>
                  <a:pt x="2769357" y="4626531"/>
                </a:cubicBezTo>
                <a:cubicBezTo>
                  <a:pt x="2633062" y="4675001"/>
                  <a:pt x="2081636" y="3188308"/>
                  <a:pt x="2017367" y="3201989"/>
                </a:cubicBezTo>
                <a:cubicBezTo>
                  <a:pt x="1885985" y="3196322"/>
                  <a:pt x="500172" y="3770483"/>
                  <a:pt x="354842" y="3634400"/>
                </a:cubicBezTo>
                <a:cubicBezTo>
                  <a:pt x="407329" y="3527906"/>
                  <a:pt x="1071571" y="2713522"/>
                  <a:pt x="1306698" y="2408644"/>
                </a:cubicBezTo>
                <a:cubicBezTo>
                  <a:pt x="1218705" y="2337313"/>
                  <a:pt x="52034" y="1463538"/>
                  <a:pt x="-1" y="1326722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0789" y="970539"/>
            <a:ext cx="3672139" cy="211634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00790" y="3102503"/>
            <a:ext cx="2694536" cy="27491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99660" y="6356350"/>
            <a:ext cx="2173481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2873141" y="6356350"/>
            <a:ext cx="1252515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16" name="Picture Placeholder 15">
            <a:extLst xmlns:a="http://schemas.openxmlformats.org/drawingml/2006/main">
              <a:ext uri="{FF2B5EF4-FFF2-40B4-BE49-F238E27FC236}">
                <a16:creationId xmlns:a16="http://schemas.microsoft.com/office/drawing/2014/main" id="{E86D9B6D-77DB-9ADE-2F02-1C7FDB54C62E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 rot="-60000">
            <a:off x="5326181" y="503529"/>
            <a:ext cx="6470404" cy="6381741"/>
          </a:xfrm>
          <a:custGeom xmlns:a="http://schemas.openxmlformats.org/drawingml/2006/main">
            <a:gdLst>
              <a:gd name="connsiteX0" fmla="*/ 263541 w 6470404"/>
              <a:gd name="connsiteY0" fmla="*/ 0 h 6381741"/>
              <a:gd name="connsiteX1" fmla="*/ 6470404 w 6470404"/>
              <a:gd name="connsiteY1" fmla="*/ 418971 h 6381741"/>
              <a:gd name="connsiteX2" fmla="*/ 6058123 w 6470404"/>
              <a:gd name="connsiteY2" fmla="*/ 6381741 h 6381741"/>
              <a:gd name="connsiteX3" fmla="*/ 0 w 6470404"/>
              <a:gd name="connsiteY3" fmla="*/ 5981218 h 6381741"/>
              <a:gd name="connsiteX4" fmla="*/ 8833 w 6470404"/>
              <a:gd name="connsiteY4" fmla="*/ 5781428 h 6381741"/>
              <a:gd name="connsiteX5" fmla="*/ 13710 w 6470404"/>
              <a:gd name="connsiteY5" fmla="*/ 5661968 h 6381741"/>
              <a:gd name="connsiteX6" fmla="*/ 26674 w 6470404"/>
              <a:gd name="connsiteY6" fmla="*/ 5664322 h 6381741"/>
              <a:gd name="connsiteX7" fmla="*/ 296409 w 6470404"/>
              <a:gd name="connsiteY7" fmla="*/ 5699488 h 6381741"/>
              <a:gd name="connsiteX8" fmla="*/ 102515 w 6470404"/>
              <a:gd name="connsiteY8" fmla="*/ 5469989 h 6381741"/>
              <a:gd name="connsiteX9" fmla="*/ 24411 w 6470404"/>
              <a:gd name="connsiteY9" fmla="*/ 5387472 h 6381741"/>
              <a:gd name="connsiteX10" fmla="*/ 25185 w 6470404"/>
              <a:gd name="connsiteY10" fmla="*/ 5367338 h 6381741"/>
              <a:gd name="connsiteX11" fmla="*/ 37950 w 6470404"/>
              <a:gd name="connsiteY11" fmla="*/ 5027262 h 6381741"/>
              <a:gd name="connsiteX12" fmla="*/ 38343 w 6470404"/>
              <a:gd name="connsiteY12" fmla="*/ 5016631 h 6381741"/>
              <a:gd name="connsiteX13" fmla="*/ 94366 w 6470404"/>
              <a:gd name="connsiteY13" fmla="*/ 4964535 h 6381741"/>
              <a:gd name="connsiteX14" fmla="*/ 414068 w 6470404"/>
              <a:gd name="connsiteY14" fmla="*/ 4664176 h 6381741"/>
              <a:gd name="connsiteX15" fmla="*/ 166546 w 6470404"/>
              <a:gd name="connsiteY15" fmla="*/ 4692305 h 6381741"/>
              <a:gd name="connsiteX16" fmla="*/ 49514 w 6470404"/>
              <a:gd name="connsiteY16" fmla="*/ 4714276 h 6381741"/>
              <a:gd name="connsiteX17" fmla="*/ 52039 w 6470404"/>
              <a:gd name="connsiteY17" fmla="*/ 4645777 h 6381741"/>
              <a:gd name="connsiteX18" fmla="*/ 263541 w 6470404"/>
              <a:gd name="connsiteY18" fmla="*/ 0 h 6381741"/>
            </a:gdLst>
            <a:rect l="l" t="t" r="r" b="b"/>
            <a:pathLst>
              <a:path w="6470404" h="6381741">
                <a:moveTo>
                  <a:pt x="263541" y="0"/>
                </a:moveTo>
                <a:lnTo>
                  <a:pt x="6470404" y="418971"/>
                </a:lnTo>
                <a:lnTo>
                  <a:pt x="6058123" y="6381741"/>
                </a:lnTo>
                <a:lnTo>
                  <a:pt x="0" y="5981218"/>
                </a:lnTo>
                <a:cubicBezTo>
                  <a:pt x="2649" y="5925958"/>
                  <a:pt x="5601" y="5858895"/>
                  <a:pt x="8833" y="5781428"/>
                </a:cubicBezTo>
                <a:lnTo>
                  <a:pt x="13710" y="5661968"/>
                </a:lnTo>
                <a:lnTo>
                  <a:pt x="26674" y="5664322"/>
                </a:lnTo>
                <a:cubicBezTo>
                  <a:pt x="173708" y="5690087"/>
                  <a:pt x="307148" y="5709658"/>
                  <a:pt x="296409" y="5699488"/>
                </a:cubicBezTo>
                <a:cubicBezTo>
                  <a:pt x="279898" y="5655665"/>
                  <a:pt x="195687" y="5566936"/>
                  <a:pt x="102515" y="5469989"/>
                </a:cubicBezTo>
                <a:lnTo>
                  <a:pt x="24411" y="5387472"/>
                </a:lnTo>
                <a:lnTo>
                  <a:pt x="25185" y="5367338"/>
                </a:lnTo>
                <a:cubicBezTo>
                  <a:pt x="29204" y="5261815"/>
                  <a:pt x="33466" y="5147990"/>
                  <a:pt x="37950" y="5027262"/>
                </a:cubicBezTo>
                <a:lnTo>
                  <a:pt x="38343" y="5016631"/>
                </a:lnTo>
                <a:lnTo>
                  <a:pt x="94366" y="4964535"/>
                </a:lnTo>
                <a:cubicBezTo>
                  <a:pt x="196936" y="4869268"/>
                  <a:pt x="312872" y="4761715"/>
                  <a:pt x="414068" y="4664176"/>
                </a:cubicBezTo>
                <a:cubicBezTo>
                  <a:pt x="391249" y="4655955"/>
                  <a:pt x="288573" y="4670473"/>
                  <a:pt x="166546" y="4692305"/>
                </a:cubicBezTo>
                <a:lnTo>
                  <a:pt x="49514" y="4714276"/>
                </a:lnTo>
                <a:lnTo>
                  <a:pt x="52039" y="4645777"/>
                </a:lnTo>
                <a:cubicBezTo>
                  <a:pt x="108406" y="3114781"/>
                  <a:pt x="190860" y="856243"/>
                  <a:pt x="263541" y="0"/>
                </a:cubicBez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0c5c8ff0b244609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 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FC16810E-FBD3-2782-B418-0B7CBB54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262796" flipH="0" flipV="1">
            <a:off x="4528770" y="5617369"/>
            <a:ext cx="206833" cy="244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Freeform: Shape 10">
            <a:extLst xmlns:a="http://schemas.openxmlformats.org/drawingml/2006/main">
              <a:ext uri="{FF2B5EF4-FFF2-40B4-BE49-F238E27FC236}">
                <a16:creationId xmlns:a16="http://schemas.microsoft.com/office/drawing/2014/main" id="{774EA105-50A2-B88F-772C-D7703D52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622065" flipH="0" flipV="1">
            <a:off x="4640925" y="5691045"/>
            <a:ext cx="123795" cy="108645"/>
          </a:xfrm>
          <a:custGeom xmlns:a="http://schemas.openxmlformats.org/drawingml/2006/main">
            <a:gdLst>
              <a:gd name="connsiteX0" fmla="*/ 149879 w 149879"/>
              <a:gd name="connsiteY0" fmla="*/ 105628 h 131537"/>
              <a:gd name="connsiteX1" fmla="*/ 147897 w 149879"/>
              <a:gd name="connsiteY1" fmla="*/ 97833 h 131537"/>
              <a:gd name="connsiteX2" fmla="*/ 115021 w 149879"/>
              <a:gd name="connsiteY2" fmla="*/ 49643 h 131537"/>
              <a:gd name="connsiteX3" fmla="*/ 16070 w 149879"/>
              <a:gd name="connsiteY3" fmla="*/ 0 h 131537"/>
              <a:gd name="connsiteX4" fmla="*/ 4741 w 149879"/>
              <a:gd name="connsiteY4" fmla="*/ 1093 h 131537"/>
              <a:gd name="connsiteX5" fmla="*/ 2207 w 149879"/>
              <a:gd name="connsiteY5" fmla="*/ 2021 h 131537"/>
              <a:gd name="connsiteX6" fmla="*/ 878 w 149879"/>
              <a:gd name="connsiteY6" fmla="*/ 7595 h 131537"/>
              <a:gd name="connsiteX7" fmla="*/ 85594 w 149879"/>
              <a:gd name="connsiteY7" fmla="*/ 131308 h 131537"/>
              <a:gd name="connsiteX8" fmla="*/ 122784 w 149879"/>
              <a:gd name="connsiteY8" fmla="*/ 124978 h 131537"/>
            </a:gdLst>
            <a:rect l="l" t="t" r="r" b="b"/>
            <a:pathLst>
              <a:path w="149879" h="131537">
                <a:moveTo>
                  <a:pt x="149879" y="105628"/>
                </a:moveTo>
                <a:lnTo>
                  <a:pt x="147897" y="97833"/>
                </a:lnTo>
                <a:cubicBezTo>
                  <a:pt x="140174" y="80720"/>
                  <a:pt x="129193" y="64312"/>
                  <a:pt x="115021" y="49643"/>
                </a:cubicBezTo>
                <a:cubicBezTo>
                  <a:pt x="86678" y="20305"/>
                  <a:pt x="50939" y="3482"/>
                  <a:pt x="16070" y="0"/>
                </a:cubicBezTo>
                <a:lnTo>
                  <a:pt x="4741" y="1093"/>
                </a:lnTo>
                <a:lnTo>
                  <a:pt x="2207" y="2021"/>
                </a:lnTo>
                <a:lnTo>
                  <a:pt x="878" y="7595"/>
                </a:lnTo>
                <a:cubicBezTo>
                  <a:pt x="-6520" y="84025"/>
                  <a:pt x="33831" y="127304"/>
                  <a:pt x="85594" y="131308"/>
                </a:cubicBezTo>
                <a:cubicBezTo>
                  <a:pt x="98535" y="132309"/>
                  <a:pt x="111115" y="130004"/>
                  <a:pt x="122784" y="124978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3A381B1-068D-C74E-25E1-0D42A205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262796" flipH="0" flipV="1">
            <a:off x="4811866" y="5602945"/>
            <a:ext cx="206833" cy="244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Freeform: Shape 12">
            <a:extLst xmlns:a="http://schemas.openxmlformats.org/drawingml/2006/main">
              <a:ext uri="{FF2B5EF4-FFF2-40B4-BE49-F238E27FC236}">
                <a16:creationId xmlns:a16="http://schemas.microsoft.com/office/drawing/2014/main" id="{0CEFB066-0FBA-B2D3-4528-4C85B1A9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622065" flipH="0" flipV="1">
            <a:off x="4924020" y="5676621"/>
            <a:ext cx="123795" cy="108645"/>
          </a:xfrm>
          <a:custGeom xmlns:a="http://schemas.openxmlformats.org/drawingml/2006/main">
            <a:gdLst>
              <a:gd name="connsiteX0" fmla="*/ 149879 w 149879"/>
              <a:gd name="connsiteY0" fmla="*/ 105628 h 131537"/>
              <a:gd name="connsiteX1" fmla="*/ 147897 w 149879"/>
              <a:gd name="connsiteY1" fmla="*/ 97833 h 131537"/>
              <a:gd name="connsiteX2" fmla="*/ 115021 w 149879"/>
              <a:gd name="connsiteY2" fmla="*/ 49643 h 131537"/>
              <a:gd name="connsiteX3" fmla="*/ 16070 w 149879"/>
              <a:gd name="connsiteY3" fmla="*/ 0 h 131537"/>
              <a:gd name="connsiteX4" fmla="*/ 4741 w 149879"/>
              <a:gd name="connsiteY4" fmla="*/ 1093 h 131537"/>
              <a:gd name="connsiteX5" fmla="*/ 2207 w 149879"/>
              <a:gd name="connsiteY5" fmla="*/ 2021 h 131537"/>
              <a:gd name="connsiteX6" fmla="*/ 878 w 149879"/>
              <a:gd name="connsiteY6" fmla="*/ 7595 h 131537"/>
              <a:gd name="connsiteX7" fmla="*/ 85594 w 149879"/>
              <a:gd name="connsiteY7" fmla="*/ 131308 h 131537"/>
              <a:gd name="connsiteX8" fmla="*/ 122784 w 149879"/>
              <a:gd name="connsiteY8" fmla="*/ 124978 h 131537"/>
            </a:gdLst>
            <a:rect l="l" t="t" r="r" b="b"/>
            <a:pathLst>
              <a:path w="149879" h="131537">
                <a:moveTo>
                  <a:pt x="149879" y="105628"/>
                </a:moveTo>
                <a:lnTo>
                  <a:pt x="147897" y="97833"/>
                </a:lnTo>
                <a:cubicBezTo>
                  <a:pt x="140174" y="80720"/>
                  <a:pt x="129193" y="64312"/>
                  <a:pt x="115021" y="49643"/>
                </a:cubicBezTo>
                <a:cubicBezTo>
                  <a:pt x="86678" y="20305"/>
                  <a:pt x="50939" y="3482"/>
                  <a:pt x="16070" y="0"/>
                </a:cubicBezTo>
                <a:lnTo>
                  <a:pt x="4741" y="1093"/>
                </a:lnTo>
                <a:lnTo>
                  <a:pt x="2207" y="2021"/>
                </a:lnTo>
                <a:lnTo>
                  <a:pt x="878" y="7595"/>
                </a:lnTo>
                <a:cubicBezTo>
                  <a:pt x="-6520" y="84025"/>
                  <a:pt x="33831" y="127304"/>
                  <a:pt x="85594" y="131308"/>
                </a:cubicBezTo>
                <a:cubicBezTo>
                  <a:pt x="98535" y="132309"/>
                  <a:pt x="111115" y="130004"/>
                  <a:pt x="122784" y="124978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Freeform: Shape 13">
            <a:extLst xmlns:a="http://schemas.openxmlformats.org/drawingml/2006/main">
              <a:ext uri="{FF2B5EF4-FFF2-40B4-BE49-F238E27FC236}">
                <a16:creationId xmlns:a16="http://schemas.microsoft.com/office/drawing/2014/main" id="{2EE2C089-1D47-C9AE-CEE0-846B8783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078" y="5936343"/>
            <a:ext cx="134669" cy="45719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</a:gdLst>
            <a:rect l="l" t="t" r="r" b="b"/>
            <a:pathLst>
              <a:path w="202239" h="91643">
                <a:moveTo>
                  <a:pt x="0" y="6914"/>
                </a:moveTo>
                <a:cubicBezTo>
                  <a:pt x="25926" y="61795"/>
                  <a:pt x="73464" y="92764"/>
                  <a:pt x="107170" y="91612"/>
                </a:cubicBezTo>
                <a:cubicBezTo>
                  <a:pt x="140876" y="90460"/>
                  <a:pt x="196335" y="69070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0790" y="393947"/>
            <a:ext cx="4317777" cy="145651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00790" y="1866073"/>
            <a:ext cx="4317777" cy="41848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19" name="Picture Placeholder 18">
            <a:extLst xmlns:a="http://schemas.openxmlformats.org/drawingml/2006/main">
              <a:ext uri="{FF2B5EF4-FFF2-40B4-BE49-F238E27FC236}">
                <a16:creationId xmlns:a16="http://schemas.microsoft.com/office/drawing/2014/main" id="{A947E307-FD1B-B59C-8656-08EC231E2D73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6008607" y="715327"/>
            <a:ext cx="6174128" cy="5170603"/>
          </a:xfrm>
          <a:custGeom xmlns:a="http://schemas.openxmlformats.org/drawingml/2006/main">
            <a:gdLst>
              <a:gd name="connsiteX0" fmla="*/ 194215 w 6174128"/>
              <a:gd name="connsiteY0" fmla="*/ 0 h 5170603"/>
              <a:gd name="connsiteX1" fmla="*/ 6164780 w 6174128"/>
              <a:gd name="connsiteY1" fmla="*/ 136351 h 5170603"/>
              <a:gd name="connsiteX2" fmla="*/ 6174128 w 6174128"/>
              <a:gd name="connsiteY2" fmla="*/ 380097 h 5170603"/>
              <a:gd name="connsiteX3" fmla="*/ 6025458 w 6174128"/>
              <a:gd name="connsiteY3" fmla="*/ 5170603 h 5170603"/>
              <a:gd name="connsiteX4" fmla="*/ 550169 w 6174128"/>
              <a:gd name="connsiteY4" fmla="*/ 5018512 h 5170603"/>
              <a:gd name="connsiteX5" fmla="*/ 421477 w 6174128"/>
              <a:gd name="connsiteY5" fmla="*/ 5009858 h 5170603"/>
              <a:gd name="connsiteX6" fmla="*/ 92991 w 6174128"/>
              <a:gd name="connsiteY6" fmla="*/ 4857238 h 5170603"/>
              <a:gd name="connsiteX7" fmla="*/ 0 w 6174128"/>
              <a:gd name="connsiteY7" fmla="*/ 4817341 h 5170603"/>
              <a:gd name="connsiteX8" fmla="*/ 5212 w 6174128"/>
              <a:gd name="connsiteY8" fmla="*/ 4689916 h 5170603"/>
              <a:gd name="connsiteX9" fmla="*/ 194215 w 6174128"/>
              <a:gd name="connsiteY9" fmla="*/ 0 h 5170603"/>
            </a:gdLst>
            <a:rect l="l" t="t" r="r" b="b"/>
            <a:pathLst>
              <a:path w="6174128" h="5170603">
                <a:moveTo>
                  <a:pt x="194215" y="0"/>
                </a:moveTo>
                <a:cubicBezTo>
                  <a:pt x="1962445" y="4679"/>
                  <a:pt x="4580303" y="83224"/>
                  <a:pt x="6164780" y="136351"/>
                </a:cubicBezTo>
                <a:cubicBezTo>
                  <a:pt x="6175983" y="128528"/>
                  <a:pt x="6172419" y="326204"/>
                  <a:pt x="6174128" y="380097"/>
                </a:cubicBezTo>
                <a:cubicBezTo>
                  <a:pt x="6150907" y="1219140"/>
                  <a:pt x="6123269" y="3319304"/>
                  <a:pt x="6025458" y="5170603"/>
                </a:cubicBezTo>
                <a:cubicBezTo>
                  <a:pt x="4749495" y="5170818"/>
                  <a:pt x="1803684" y="5098090"/>
                  <a:pt x="550169" y="5018512"/>
                </a:cubicBezTo>
                <a:lnTo>
                  <a:pt x="421477" y="5009858"/>
                </a:lnTo>
                <a:lnTo>
                  <a:pt x="92991" y="4857238"/>
                </a:lnTo>
                <a:lnTo>
                  <a:pt x="0" y="4817341"/>
                </a:lnTo>
                <a:lnTo>
                  <a:pt x="5212" y="4689916"/>
                </a:lnTo>
                <a:cubicBezTo>
                  <a:pt x="62369" y="3264627"/>
                  <a:pt x="137898" y="998491"/>
                  <a:pt x="194215" y="0"/>
                </a:cubicBez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45d7628efec4a2d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18" name="Freeform: Shape 17">
            <a:extLst xmlns:a="http://schemas.openxmlformats.org/drawingml/2006/main">
              <a:ext uri="{FF2B5EF4-FFF2-40B4-BE49-F238E27FC236}">
                <a16:creationId xmlns:a16="http://schemas.microsoft.com/office/drawing/2014/main" id="{014C0A5A-5E29-5179-0BFE-C6BDBDE1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478417">
            <a:off x="5226311" y="5728725"/>
            <a:ext cx="2131513" cy="1040024"/>
          </a:xfrm>
          <a:custGeom xmlns:a="http://schemas.openxmlformats.org/drawingml/2006/main"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98181"/>
              <a:gd name="connsiteY0" fmla="*/ 0 h 3022995"/>
              <a:gd name="connsiteX1" fmla="*/ 4692404 w 4798181"/>
              <a:gd name="connsiteY1" fmla="*/ 3339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10956"/>
              <a:gd name="connsiteY0" fmla="*/ 0 h 3022995"/>
              <a:gd name="connsiteX1" fmla="*/ 4692404 w 4710956"/>
              <a:gd name="connsiteY1" fmla="*/ 3339 h 3022995"/>
              <a:gd name="connsiteX2" fmla="*/ 4684257 w 4710956"/>
              <a:gd name="connsiteY2" fmla="*/ 996698 h 3022995"/>
              <a:gd name="connsiteX3" fmla="*/ 4499705 w 4710956"/>
              <a:gd name="connsiteY3" fmla="*/ 2052119 h 3022995"/>
              <a:gd name="connsiteX4" fmla="*/ 3835975 w 4710956"/>
              <a:gd name="connsiteY4" fmla="*/ 2740497 h 3022995"/>
              <a:gd name="connsiteX5" fmla="*/ 1162762 w 4710956"/>
              <a:gd name="connsiteY5" fmla="*/ 2876156 h 3022995"/>
              <a:gd name="connsiteX6" fmla="*/ 21225 w 4710956"/>
              <a:gd name="connsiteY6" fmla="*/ 626012 h 3022995"/>
              <a:gd name="connsiteX7" fmla="*/ 30413 w 4710956"/>
              <a:gd name="connsiteY7" fmla="*/ 0 h 3022995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1225 w 4710956"/>
              <a:gd name="connsiteY6" fmla="*/ 626012 h 3107876"/>
              <a:gd name="connsiteX7" fmla="*/ 30413 w 4710956"/>
              <a:gd name="connsiteY7" fmla="*/ 0 h 3107876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90487 w 4710956"/>
              <a:gd name="connsiteY6" fmla="*/ 2027706 h 3107876"/>
              <a:gd name="connsiteX7" fmla="*/ 21225 w 4710956"/>
              <a:gd name="connsiteY7" fmla="*/ 626012 h 3107876"/>
              <a:gd name="connsiteX8" fmla="*/ 30413 w 4710956"/>
              <a:gd name="connsiteY8" fmla="*/ 0 h 3107876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16752 w 4697295"/>
              <a:gd name="connsiteY0" fmla="*/ 0 h 3084308"/>
              <a:gd name="connsiteX1" fmla="*/ 4678743 w 4697295"/>
              <a:gd name="connsiteY1" fmla="*/ 3339 h 3084308"/>
              <a:gd name="connsiteX2" fmla="*/ 4670596 w 4697295"/>
              <a:gd name="connsiteY2" fmla="*/ 996698 h 3084308"/>
              <a:gd name="connsiteX3" fmla="*/ 4486044 w 4697295"/>
              <a:gd name="connsiteY3" fmla="*/ 2052119 h 3084308"/>
              <a:gd name="connsiteX4" fmla="*/ 3291825 w 4697295"/>
              <a:gd name="connsiteY4" fmla="*/ 2977913 h 3084308"/>
              <a:gd name="connsiteX5" fmla="*/ 1183888 w 4697295"/>
              <a:gd name="connsiteY5" fmla="*/ 2823397 h 3084308"/>
              <a:gd name="connsiteX6" fmla="*/ 276826 w 4697295"/>
              <a:gd name="connsiteY6" fmla="*/ 2027706 h 3084308"/>
              <a:gd name="connsiteX7" fmla="*/ 42350 w 4697295"/>
              <a:gd name="connsiteY7" fmla="*/ 698556 h 3084308"/>
              <a:gd name="connsiteX8" fmla="*/ 16752 w 4697295"/>
              <a:gd name="connsiteY8" fmla="*/ 0 h 3084308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42350 w 4697295"/>
              <a:gd name="connsiteY6" fmla="*/ 698556 h 3067327"/>
              <a:gd name="connsiteX7" fmla="*/ 16752 w 4697295"/>
              <a:gd name="connsiteY7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3291825 w 4697295"/>
              <a:gd name="connsiteY3" fmla="*/ 2977913 h 3067327"/>
              <a:gd name="connsiteX4" fmla="*/ 1183888 w 4697295"/>
              <a:gd name="connsiteY4" fmla="*/ 2823397 h 3067327"/>
              <a:gd name="connsiteX5" fmla="*/ 42350 w 4697295"/>
              <a:gd name="connsiteY5" fmla="*/ 698556 h 3067327"/>
              <a:gd name="connsiteX6" fmla="*/ 16752 w 4697295"/>
              <a:gd name="connsiteY6" fmla="*/ 0 h 3067327"/>
              <a:gd name="connsiteX0" fmla="*/ 5293 w 4685836"/>
              <a:gd name="connsiteY0" fmla="*/ 0 h 3067327"/>
              <a:gd name="connsiteX1" fmla="*/ 4667284 w 4685836"/>
              <a:gd name="connsiteY1" fmla="*/ 3339 h 3067327"/>
              <a:gd name="connsiteX2" fmla="*/ 4659137 w 4685836"/>
              <a:gd name="connsiteY2" fmla="*/ 996698 h 3067327"/>
              <a:gd name="connsiteX3" fmla="*/ 3280366 w 4685836"/>
              <a:gd name="connsiteY3" fmla="*/ 2977913 h 3067327"/>
              <a:gd name="connsiteX4" fmla="*/ 1172429 w 4685836"/>
              <a:gd name="connsiteY4" fmla="*/ 2823397 h 3067327"/>
              <a:gd name="connsiteX5" fmla="*/ 167010 w 4685836"/>
              <a:gd name="connsiteY5" fmla="*/ 939931 h 3067327"/>
              <a:gd name="connsiteX6" fmla="*/ 5293 w 4685836"/>
              <a:gd name="connsiteY6" fmla="*/ 0 h 3067327"/>
              <a:gd name="connsiteX0" fmla="*/ 5293 w 4675425"/>
              <a:gd name="connsiteY0" fmla="*/ 0 h 3067327"/>
              <a:gd name="connsiteX1" fmla="*/ 4667284 w 4675425"/>
              <a:gd name="connsiteY1" fmla="*/ 3339 h 3067327"/>
              <a:gd name="connsiteX2" fmla="*/ 4504867 w 4675425"/>
              <a:gd name="connsiteY2" fmla="*/ 1441337 h 3067327"/>
              <a:gd name="connsiteX3" fmla="*/ 3280366 w 4675425"/>
              <a:gd name="connsiteY3" fmla="*/ 2977913 h 3067327"/>
              <a:gd name="connsiteX4" fmla="*/ 1172429 w 4675425"/>
              <a:gd name="connsiteY4" fmla="*/ 2823397 h 3067327"/>
              <a:gd name="connsiteX5" fmla="*/ 167010 w 4675425"/>
              <a:gd name="connsiteY5" fmla="*/ 939931 h 3067327"/>
              <a:gd name="connsiteX6" fmla="*/ 5293 w 4675425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130670"/>
              <a:gd name="connsiteX1" fmla="*/ 4667284 w 4686087"/>
              <a:gd name="connsiteY1" fmla="*/ 3339 h 3130670"/>
              <a:gd name="connsiteX2" fmla="*/ 4504867 w 4686087"/>
              <a:gd name="connsiteY2" fmla="*/ 1441337 h 3130670"/>
              <a:gd name="connsiteX3" fmla="*/ 3153322 w 4686087"/>
              <a:gd name="connsiteY3" fmla="*/ 3066840 h 3130670"/>
              <a:gd name="connsiteX4" fmla="*/ 1172429 w 4686087"/>
              <a:gd name="connsiteY4" fmla="*/ 2823397 h 3130670"/>
              <a:gd name="connsiteX5" fmla="*/ 167010 w 4686087"/>
              <a:gd name="connsiteY5" fmla="*/ 939931 h 3130670"/>
              <a:gd name="connsiteX6" fmla="*/ 5293 w 4686087"/>
              <a:gd name="connsiteY6" fmla="*/ 0 h 3130670"/>
              <a:gd name="connsiteX0" fmla="*/ 5293 w 4686087"/>
              <a:gd name="connsiteY0" fmla="*/ 66646 h 3197316"/>
              <a:gd name="connsiteX1" fmla="*/ 4667284 w 4686087"/>
              <a:gd name="connsiteY1" fmla="*/ 69985 h 3197316"/>
              <a:gd name="connsiteX2" fmla="*/ 4504867 w 4686087"/>
              <a:gd name="connsiteY2" fmla="*/ 1507983 h 3197316"/>
              <a:gd name="connsiteX3" fmla="*/ 3153322 w 4686087"/>
              <a:gd name="connsiteY3" fmla="*/ 3133486 h 3197316"/>
              <a:gd name="connsiteX4" fmla="*/ 1172429 w 4686087"/>
              <a:gd name="connsiteY4" fmla="*/ 2890043 h 3197316"/>
              <a:gd name="connsiteX5" fmla="*/ 167010 w 4686087"/>
              <a:gd name="connsiteY5" fmla="*/ 1006577 h 3197316"/>
              <a:gd name="connsiteX6" fmla="*/ 5293 w 4686087"/>
              <a:gd name="connsiteY6" fmla="*/ 66646 h 3197316"/>
              <a:gd name="connsiteX0" fmla="*/ 0 w 4680794"/>
              <a:gd name="connsiteY0" fmla="*/ 66648 h 3197318"/>
              <a:gd name="connsiteX1" fmla="*/ 4661991 w 4680794"/>
              <a:gd name="connsiteY1" fmla="*/ 69987 h 3197318"/>
              <a:gd name="connsiteX2" fmla="*/ 4499574 w 4680794"/>
              <a:gd name="connsiteY2" fmla="*/ 1507985 h 3197318"/>
              <a:gd name="connsiteX3" fmla="*/ 3148029 w 4680794"/>
              <a:gd name="connsiteY3" fmla="*/ 3133488 h 3197318"/>
              <a:gd name="connsiteX4" fmla="*/ 1167136 w 4680794"/>
              <a:gd name="connsiteY4" fmla="*/ 2890045 h 3197318"/>
              <a:gd name="connsiteX5" fmla="*/ 161717 w 4680794"/>
              <a:gd name="connsiteY5" fmla="*/ 1006579 h 3197318"/>
              <a:gd name="connsiteX6" fmla="*/ 0 w 4680794"/>
              <a:gd name="connsiteY6" fmla="*/ 66648 h 3197318"/>
            </a:gdLst>
            <a:rect l="l" t="t" r="r" b="b"/>
            <a:pathLst>
              <a:path w="4680794" h="3197318">
                <a:moveTo>
                  <a:pt x="0" y="66648"/>
                </a:moveTo>
                <a:cubicBezTo>
                  <a:pt x="1535847" y="-84686"/>
                  <a:pt x="3107994" y="68874"/>
                  <a:pt x="4661991" y="69987"/>
                </a:cubicBezTo>
                <a:cubicBezTo>
                  <a:pt x="4716788" y="86085"/>
                  <a:pt x="4648578" y="1038473"/>
                  <a:pt x="4499574" y="1507985"/>
                </a:cubicBezTo>
                <a:cubicBezTo>
                  <a:pt x="4268421" y="2156197"/>
                  <a:pt x="3729147" y="2829038"/>
                  <a:pt x="3148029" y="3133488"/>
                </a:cubicBezTo>
                <a:cubicBezTo>
                  <a:pt x="2640710" y="3273286"/>
                  <a:pt x="1746572" y="3179628"/>
                  <a:pt x="1167136" y="2890045"/>
                </a:cubicBezTo>
                <a:cubicBezTo>
                  <a:pt x="625557" y="2510152"/>
                  <a:pt x="356240" y="1477145"/>
                  <a:pt x="161717" y="1006579"/>
                </a:cubicBezTo>
                <a:cubicBezTo>
                  <a:pt x="130392" y="735572"/>
                  <a:pt x="17519" y="584911"/>
                  <a:pt x="0" y="66648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6B109EC9-0B66-D112-9A2F-6C049154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6000" y="6117784"/>
            <a:ext cx="218024" cy="257229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Freeform: Shape 35">
            <a:extLst xmlns:a="http://schemas.openxmlformats.org/drawingml/2006/main">
              <a:ext uri="{FF2B5EF4-FFF2-40B4-BE49-F238E27FC236}">
                <a16:creationId xmlns:a16="http://schemas.microsoft.com/office/drawing/2014/main" id="{79DA0E32-2A9E-3DB7-EE9B-782A9838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168" y="6117784"/>
            <a:ext cx="131241" cy="116476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Oval 36">
            <a:extLst xmlns:a="http://schemas.openxmlformats.org/drawingml/2006/main">
              <a:ext uri="{FF2B5EF4-FFF2-40B4-BE49-F238E27FC236}">
                <a16:creationId xmlns:a16="http://schemas.microsoft.com/office/drawing/2014/main" id="{D1BEF5F2-194B-76C6-E20C-7BF48150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2510" y="6050957"/>
            <a:ext cx="218024" cy="257229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8" name="Freeform: Shape 37">
            <a:extLst xmlns:a="http://schemas.openxmlformats.org/drawingml/2006/main">
              <a:ext uri="{FF2B5EF4-FFF2-40B4-BE49-F238E27FC236}">
                <a16:creationId xmlns:a16="http://schemas.microsoft.com/office/drawing/2014/main" id="{11635AF6-8966-8100-A012-FF197970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64801" y="6050957"/>
            <a:ext cx="131241" cy="116476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Freeform: Shape 38">
            <a:extLst xmlns:a="http://schemas.openxmlformats.org/drawingml/2006/main">
              <a:ext uri="{FF2B5EF4-FFF2-40B4-BE49-F238E27FC236}">
                <a16:creationId xmlns:a16="http://schemas.microsoft.com/office/drawing/2014/main" id="{72BC8D46-5871-31FD-7843-B208B6E6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377089" y="6336638"/>
            <a:ext cx="81459" cy="36912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</a:gdLst>
            <a:rect l="l" t="t" r="r" b="b"/>
            <a:pathLst>
              <a:path w="202239" h="91643">
                <a:moveTo>
                  <a:pt x="0" y="6914"/>
                </a:moveTo>
                <a:cubicBezTo>
                  <a:pt x="25926" y="61795"/>
                  <a:pt x="73464" y="92764"/>
                  <a:pt x="107170" y="91612"/>
                </a:cubicBezTo>
                <a:cubicBezTo>
                  <a:pt x="140876" y="90460"/>
                  <a:pt x="196335" y="69070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reeform: Shape 7">
            <a:extLst xmlns:a="http://schemas.openxmlformats.org/drawingml/2006/main">
              <a:ext uri="{FF2B5EF4-FFF2-40B4-BE49-F238E27FC236}">
                <a16:creationId xmlns:a16="http://schemas.microsoft.com/office/drawing/2014/main" id="{9C702D98-F007-4217-54BE-CF666380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501542">
            <a:off x="1936564" y="5732033"/>
            <a:ext cx="2409819" cy="1099578"/>
          </a:xfrm>
          <a:custGeom xmlns:a="http://schemas.openxmlformats.org/drawingml/2006/main">
            <a:gdLst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08042 w 2817833"/>
              <a:gd name="connsiteY5" fmla="*/ 911500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92762 w 2869434"/>
              <a:gd name="connsiteY0" fmla="*/ 1376350 h 1592824"/>
              <a:gd name="connsiteX1" fmla="*/ 64066 w 2869434"/>
              <a:gd name="connsiteY1" fmla="*/ 322098 h 1592824"/>
              <a:gd name="connsiteX2" fmla="*/ 35636 w 2869434"/>
              <a:gd name="connsiteY2" fmla="*/ 34843 h 1592824"/>
              <a:gd name="connsiteX3" fmla="*/ 598438 w 2869434"/>
              <a:gd name="connsiteY3" fmla="*/ 0 h 1592824"/>
              <a:gd name="connsiteX4" fmla="*/ 616870 w 2869434"/>
              <a:gd name="connsiteY4" fmla="*/ 142333 h 1592824"/>
              <a:gd name="connsiteX5" fmla="*/ 1018552 w 2869434"/>
              <a:gd name="connsiteY5" fmla="*/ 820783 h 1592824"/>
              <a:gd name="connsiteX6" fmla="*/ 1875360 w 2869434"/>
              <a:gd name="connsiteY6" fmla="*/ 900808 h 1592824"/>
              <a:gd name="connsiteX7" fmla="*/ 2216182 w 2869434"/>
              <a:gd name="connsiteY7" fmla="*/ 555673 h 1592824"/>
              <a:gd name="connsiteX8" fmla="*/ 2234960 w 2869434"/>
              <a:gd name="connsiteY8" fmla="*/ 23807 h 1592824"/>
              <a:gd name="connsiteX9" fmla="*/ 2817529 w 2869434"/>
              <a:gd name="connsiteY9" fmla="*/ 32281 h 1592824"/>
              <a:gd name="connsiteX10" fmla="*/ 2868923 w 2869434"/>
              <a:gd name="connsiteY10" fmla="*/ 392308 h 1592824"/>
              <a:gd name="connsiteX11" fmla="*/ 2694148 w 2869434"/>
              <a:gd name="connsiteY11" fmla="*/ 1073395 h 1592824"/>
              <a:gd name="connsiteX12" fmla="*/ 2102493 w 2869434"/>
              <a:gd name="connsiteY12" fmla="*/ 1538808 h 1592824"/>
              <a:gd name="connsiteX13" fmla="*/ 832178 w 2869434"/>
              <a:gd name="connsiteY13" fmla="*/ 1452272 h 1592824"/>
              <a:gd name="connsiteX14" fmla="*/ 692762 w 2869434"/>
              <a:gd name="connsiteY14" fmla="*/ 1376350 h 1592824"/>
              <a:gd name="connsiteX0" fmla="*/ 676240 w 2852912"/>
              <a:gd name="connsiteY0" fmla="*/ 1376350 h 1592824"/>
              <a:gd name="connsiteX1" fmla="*/ 81309 w 2852912"/>
              <a:gd name="connsiteY1" fmla="*/ 436393 h 1592824"/>
              <a:gd name="connsiteX2" fmla="*/ 19114 w 2852912"/>
              <a:gd name="connsiteY2" fmla="*/ 34843 h 1592824"/>
              <a:gd name="connsiteX3" fmla="*/ 581916 w 2852912"/>
              <a:gd name="connsiteY3" fmla="*/ 0 h 1592824"/>
              <a:gd name="connsiteX4" fmla="*/ 600348 w 2852912"/>
              <a:gd name="connsiteY4" fmla="*/ 142333 h 1592824"/>
              <a:gd name="connsiteX5" fmla="*/ 1002030 w 2852912"/>
              <a:gd name="connsiteY5" fmla="*/ 820783 h 1592824"/>
              <a:gd name="connsiteX6" fmla="*/ 1858838 w 2852912"/>
              <a:gd name="connsiteY6" fmla="*/ 900808 h 1592824"/>
              <a:gd name="connsiteX7" fmla="*/ 2199660 w 2852912"/>
              <a:gd name="connsiteY7" fmla="*/ 555673 h 1592824"/>
              <a:gd name="connsiteX8" fmla="*/ 2218438 w 2852912"/>
              <a:gd name="connsiteY8" fmla="*/ 23807 h 1592824"/>
              <a:gd name="connsiteX9" fmla="*/ 2801007 w 2852912"/>
              <a:gd name="connsiteY9" fmla="*/ 32281 h 1592824"/>
              <a:gd name="connsiteX10" fmla="*/ 2852401 w 2852912"/>
              <a:gd name="connsiteY10" fmla="*/ 392308 h 1592824"/>
              <a:gd name="connsiteX11" fmla="*/ 2677626 w 2852912"/>
              <a:gd name="connsiteY11" fmla="*/ 1073395 h 1592824"/>
              <a:gd name="connsiteX12" fmla="*/ 2085971 w 2852912"/>
              <a:gd name="connsiteY12" fmla="*/ 1538808 h 1592824"/>
              <a:gd name="connsiteX13" fmla="*/ 815656 w 2852912"/>
              <a:gd name="connsiteY13" fmla="*/ 1452272 h 1592824"/>
              <a:gd name="connsiteX14" fmla="*/ 676240 w 2852912"/>
              <a:gd name="connsiteY14" fmla="*/ 1376350 h 1592824"/>
              <a:gd name="connsiteX0" fmla="*/ 665403 w 2842075"/>
              <a:gd name="connsiteY0" fmla="*/ 1376350 h 1592824"/>
              <a:gd name="connsiteX1" fmla="*/ 70472 w 2842075"/>
              <a:gd name="connsiteY1" fmla="*/ 436393 h 1592824"/>
              <a:gd name="connsiteX2" fmla="*/ 8277 w 2842075"/>
              <a:gd name="connsiteY2" fmla="*/ 34843 h 1592824"/>
              <a:gd name="connsiteX3" fmla="*/ 571079 w 2842075"/>
              <a:gd name="connsiteY3" fmla="*/ 0 h 1592824"/>
              <a:gd name="connsiteX4" fmla="*/ 589511 w 2842075"/>
              <a:gd name="connsiteY4" fmla="*/ 142333 h 1592824"/>
              <a:gd name="connsiteX5" fmla="*/ 991193 w 2842075"/>
              <a:gd name="connsiteY5" fmla="*/ 820783 h 1592824"/>
              <a:gd name="connsiteX6" fmla="*/ 1848001 w 2842075"/>
              <a:gd name="connsiteY6" fmla="*/ 900808 h 1592824"/>
              <a:gd name="connsiteX7" fmla="*/ 2188823 w 2842075"/>
              <a:gd name="connsiteY7" fmla="*/ 555673 h 1592824"/>
              <a:gd name="connsiteX8" fmla="*/ 2207601 w 2842075"/>
              <a:gd name="connsiteY8" fmla="*/ 23807 h 1592824"/>
              <a:gd name="connsiteX9" fmla="*/ 2790170 w 2842075"/>
              <a:gd name="connsiteY9" fmla="*/ 32281 h 1592824"/>
              <a:gd name="connsiteX10" fmla="*/ 2841564 w 2842075"/>
              <a:gd name="connsiteY10" fmla="*/ 392308 h 1592824"/>
              <a:gd name="connsiteX11" fmla="*/ 2666789 w 2842075"/>
              <a:gd name="connsiteY11" fmla="*/ 1073395 h 1592824"/>
              <a:gd name="connsiteX12" fmla="*/ 2075134 w 2842075"/>
              <a:gd name="connsiteY12" fmla="*/ 1538808 h 1592824"/>
              <a:gd name="connsiteX13" fmla="*/ 804819 w 2842075"/>
              <a:gd name="connsiteY13" fmla="*/ 1452272 h 1592824"/>
              <a:gd name="connsiteX14" fmla="*/ 665403 w 2842075"/>
              <a:gd name="connsiteY14" fmla="*/ 1376350 h 1592824"/>
              <a:gd name="connsiteX0" fmla="*/ 657126 w 2833798"/>
              <a:gd name="connsiteY0" fmla="*/ 1376350 h 1592824"/>
              <a:gd name="connsiteX1" fmla="*/ 62195 w 2833798"/>
              <a:gd name="connsiteY1" fmla="*/ 436393 h 1592824"/>
              <a:gd name="connsiteX2" fmla="*/ 0 w 2833798"/>
              <a:gd name="connsiteY2" fmla="*/ 34843 h 1592824"/>
              <a:gd name="connsiteX3" fmla="*/ 562802 w 2833798"/>
              <a:gd name="connsiteY3" fmla="*/ 0 h 1592824"/>
              <a:gd name="connsiteX4" fmla="*/ 581234 w 2833798"/>
              <a:gd name="connsiteY4" fmla="*/ 142333 h 1592824"/>
              <a:gd name="connsiteX5" fmla="*/ 982916 w 2833798"/>
              <a:gd name="connsiteY5" fmla="*/ 820783 h 1592824"/>
              <a:gd name="connsiteX6" fmla="*/ 1839724 w 2833798"/>
              <a:gd name="connsiteY6" fmla="*/ 900808 h 1592824"/>
              <a:gd name="connsiteX7" fmla="*/ 2180546 w 2833798"/>
              <a:gd name="connsiteY7" fmla="*/ 555673 h 1592824"/>
              <a:gd name="connsiteX8" fmla="*/ 2199324 w 2833798"/>
              <a:gd name="connsiteY8" fmla="*/ 23807 h 1592824"/>
              <a:gd name="connsiteX9" fmla="*/ 2781893 w 2833798"/>
              <a:gd name="connsiteY9" fmla="*/ 32281 h 1592824"/>
              <a:gd name="connsiteX10" fmla="*/ 2833287 w 2833798"/>
              <a:gd name="connsiteY10" fmla="*/ 392308 h 1592824"/>
              <a:gd name="connsiteX11" fmla="*/ 2658512 w 2833798"/>
              <a:gd name="connsiteY11" fmla="*/ 1073395 h 1592824"/>
              <a:gd name="connsiteX12" fmla="*/ 2066857 w 2833798"/>
              <a:gd name="connsiteY12" fmla="*/ 1538808 h 1592824"/>
              <a:gd name="connsiteX13" fmla="*/ 796542 w 2833798"/>
              <a:gd name="connsiteY13" fmla="*/ 1452272 h 1592824"/>
              <a:gd name="connsiteX14" fmla="*/ 657126 w 2833798"/>
              <a:gd name="connsiteY14" fmla="*/ 1376350 h 1592824"/>
              <a:gd name="connsiteX0" fmla="*/ 654843 w 2831515"/>
              <a:gd name="connsiteY0" fmla="*/ 1376350 h 1592824"/>
              <a:gd name="connsiteX1" fmla="*/ 59912 w 2831515"/>
              <a:gd name="connsiteY1" fmla="*/ 436393 h 1592824"/>
              <a:gd name="connsiteX2" fmla="*/ 12356 w 2831515"/>
              <a:gd name="connsiteY2" fmla="*/ 77528 h 1592824"/>
              <a:gd name="connsiteX3" fmla="*/ 560519 w 2831515"/>
              <a:gd name="connsiteY3" fmla="*/ 0 h 1592824"/>
              <a:gd name="connsiteX4" fmla="*/ 578951 w 2831515"/>
              <a:gd name="connsiteY4" fmla="*/ 142333 h 1592824"/>
              <a:gd name="connsiteX5" fmla="*/ 980633 w 2831515"/>
              <a:gd name="connsiteY5" fmla="*/ 820783 h 1592824"/>
              <a:gd name="connsiteX6" fmla="*/ 1837441 w 2831515"/>
              <a:gd name="connsiteY6" fmla="*/ 900808 h 1592824"/>
              <a:gd name="connsiteX7" fmla="*/ 2178263 w 2831515"/>
              <a:gd name="connsiteY7" fmla="*/ 555673 h 1592824"/>
              <a:gd name="connsiteX8" fmla="*/ 2197041 w 2831515"/>
              <a:gd name="connsiteY8" fmla="*/ 23807 h 1592824"/>
              <a:gd name="connsiteX9" fmla="*/ 2779610 w 2831515"/>
              <a:gd name="connsiteY9" fmla="*/ 32281 h 1592824"/>
              <a:gd name="connsiteX10" fmla="*/ 2831004 w 2831515"/>
              <a:gd name="connsiteY10" fmla="*/ 392308 h 1592824"/>
              <a:gd name="connsiteX11" fmla="*/ 2656229 w 2831515"/>
              <a:gd name="connsiteY11" fmla="*/ 1073395 h 1592824"/>
              <a:gd name="connsiteX12" fmla="*/ 2064574 w 2831515"/>
              <a:gd name="connsiteY12" fmla="*/ 1538808 h 1592824"/>
              <a:gd name="connsiteX13" fmla="*/ 794259 w 2831515"/>
              <a:gd name="connsiteY13" fmla="*/ 1452272 h 1592824"/>
              <a:gd name="connsiteX14" fmla="*/ 654843 w 2831515"/>
              <a:gd name="connsiteY14" fmla="*/ 1376350 h 1592824"/>
              <a:gd name="connsiteX0" fmla="*/ 669683 w 2846355"/>
              <a:gd name="connsiteY0" fmla="*/ 1376350 h 1592824"/>
              <a:gd name="connsiteX1" fmla="*/ 74752 w 2846355"/>
              <a:gd name="connsiteY1" fmla="*/ 436393 h 1592824"/>
              <a:gd name="connsiteX2" fmla="*/ 969 w 2846355"/>
              <a:gd name="connsiteY2" fmla="*/ 83689 h 1592824"/>
              <a:gd name="connsiteX3" fmla="*/ 575359 w 2846355"/>
              <a:gd name="connsiteY3" fmla="*/ 0 h 1592824"/>
              <a:gd name="connsiteX4" fmla="*/ 593791 w 2846355"/>
              <a:gd name="connsiteY4" fmla="*/ 142333 h 1592824"/>
              <a:gd name="connsiteX5" fmla="*/ 995473 w 2846355"/>
              <a:gd name="connsiteY5" fmla="*/ 820783 h 1592824"/>
              <a:gd name="connsiteX6" fmla="*/ 1852281 w 2846355"/>
              <a:gd name="connsiteY6" fmla="*/ 900808 h 1592824"/>
              <a:gd name="connsiteX7" fmla="*/ 2193103 w 2846355"/>
              <a:gd name="connsiteY7" fmla="*/ 555673 h 1592824"/>
              <a:gd name="connsiteX8" fmla="*/ 2211881 w 2846355"/>
              <a:gd name="connsiteY8" fmla="*/ 23807 h 1592824"/>
              <a:gd name="connsiteX9" fmla="*/ 2794450 w 2846355"/>
              <a:gd name="connsiteY9" fmla="*/ 32281 h 1592824"/>
              <a:gd name="connsiteX10" fmla="*/ 2845844 w 2846355"/>
              <a:gd name="connsiteY10" fmla="*/ 392308 h 1592824"/>
              <a:gd name="connsiteX11" fmla="*/ 2671069 w 2846355"/>
              <a:gd name="connsiteY11" fmla="*/ 1073395 h 1592824"/>
              <a:gd name="connsiteX12" fmla="*/ 2079414 w 2846355"/>
              <a:gd name="connsiteY12" fmla="*/ 1538808 h 1592824"/>
              <a:gd name="connsiteX13" fmla="*/ 809099 w 2846355"/>
              <a:gd name="connsiteY13" fmla="*/ 1452272 h 1592824"/>
              <a:gd name="connsiteX14" fmla="*/ 669683 w 2846355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1077920 w 2845386"/>
              <a:gd name="connsiteY5" fmla="*/ 764841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668714 w 2845386"/>
              <a:gd name="connsiteY13" fmla="*/ 1376350 h 1556992"/>
              <a:gd name="connsiteX0" fmla="*/ 746172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746172 w 2845386"/>
              <a:gd name="connsiteY13" fmla="*/ 1376350 h 1556992"/>
              <a:gd name="connsiteX0" fmla="*/ 698505 w 2845386"/>
              <a:gd name="connsiteY0" fmla="*/ 1390335 h 1559226"/>
              <a:gd name="connsiteX1" fmla="*/ 116789 w 2845386"/>
              <a:gd name="connsiteY1" fmla="*/ 590029 h 1559226"/>
              <a:gd name="connsiteX2" fmla="*/ 0 w 2845386"/>
              <a:gd name="connsiteY2" fmla="*/ 83689 h 1559226"/>
              <a:gd name="connsiteX3" fmla="*/ 574390 w 2845386"/>
              <a:gd name="connsiteY3" fmla="*/ 0 h 1559226"/>
              <a:gd name="connsiteX4" fmla="*/ 592822 w 2845386"/>
              <a:gd name="connsiteY4" fmla="*/ 142333 h 1559226"/>
              <a:gd name="connsiteX5" fmla="*/ 1077920 w 2845386"/>
              <a:gd name="connsiteY5" fmla="*/ 764841 h 1559226"/>
              <a:gd name="connsiteX6" fmla="*/ 1791731 w 2845386"/>
              <a:gd name="connsiteY6" fmla="*/ 767945 h 1559226"/>
              <a:gd name="connsiteX7" fmla="*/ 2126592 w 2845386"/>
              <a:gd name="connsiteY7" fmla="*/ 478752 h 1559226"/>
              <a:gd name="connsiteX8" fmla="*/ 2210912 w 2845386"/>
              <a:gd name="connsiteY8" fmla="*/ 23807 h 1559226"/>
              <a:gd name="connsiteX9" fmla="*/ 2793481 w 2845386"/>
              <a:gd name="connsiteY9" fmla="*/ 32281 h 1559226"/>
              <a:gd name="connsiteX10" fmla="*/ 2844875 w 2845386"/>
              <a:gd name="connsiteY10" fmla="*/ 392308 h 1559226"/>
              <a:gd name="connsiteX11" fmla="*/ 2670100 w 2845386"/>
              <a:gd name="connsiteY11" fmla="*/ 1073395 h 1559226"/>
              <a:gd name="connsiteX12" fmla="*/ 2078445 w 2845386"/>
              <a:gd name="connsiteY12" fmla="*/ 1538808 h 1559226"/>
              <a:gd name="connsiteX13" fmla="*/ 698505 w 2845386"/>
              <a:gd name="connsiteY13" fmla="*/ 1390335 h 1559226"/>
              <a:gd name="connsiteX0" fmla="*/ 698505 w 2823415"/>
              <a:gd name="connsiteY0" fmla="*/ 1390335 h 1559226"/>
              <a:gd name="connsiteX1" fmla="*/ 116789 w 2823415"/>
              <a:gd name="connsiteY1" fmla="*/ 590029 h 1559226"/>
              <a:gd name="connsiteX2" fmla="*/ 0 w 2823415"/>
              <a:gd name="connsiteY2" fmla="*/ 83689 h 1559226"/>
              <a:gd name="connsiteX3" fmla="*/ 574390 w 2823415"/>
              <a:gd name="connsiteY3" fmla="*/ 0 h 1559226"/>
              <a:gd name="connsiteX4" fmla="*/ 592822 w 2823415"/>
              <a:gd name="connsiteY4" fmla="*/ 142333 h 1559226"/>
              <a:gd name="connsiteX5" fmla="*/ 1077920 w 2823415"/>
              <a:gd name="connsiteY5" fmla="*/ 764841 h 1559226"/>
              <a:gd name="connsiteX6" fmla="*/ 1791731 w 2823415"/>
              <a:gd name="connsiteY6" fmla="*/ 767945 h 1559226"/>
              <a:gd name="connsiteX7" fmla="*/ 2126592 w 2823415"/>
              <a:gd name="connsiteY7" fmla="*/ 478752 h 1559226"/>
              <a:gd name="connsiteX8" fmla="*/ 2210912 w 2823415"/>
              <a:gd name="connsiteY8" fmla="*/ 23807 h 1559226"/>
              <a:gd name="connsiteX9" fmla="*/ 2793481 w 2823415"/>
              <a:gd name="connsiteY9" fmla="*/ 32281 h 1559226"/>
              <a:gd name="connsiteX10" fmla="*/ 2670100 w 2823415"/>
              <a:gd name="connsiteY10" fmla="*/ 1073395 h 1559226"/>
              <a:gd name="connsiteX11" fmla="*/ 2078445 w 2823415"/>
              <a:gd name="connsiteY11" fmla="*/ 1538808 h 1559226"/>
              <a:gd name="connsiteX12" fmla="*/ 698505 w 2823415"/>
              <a:gd name="connsiteY12" fmla="*/ 1390335 h 1559226"/>
              <a:gd name="connsiteX0" fmla="*/ 698505 w 2896498"/>
              <a:gd name="connsiteY0" fmla="*/ 1390335 h 1559226"/>
              <a:gd name="connsiteX1" fmla="*/ 116789 w 2896498"/>
              <a:gd name="connsiteY1" fmla="*/ 590029 h 1559226"/>
              <a:gd name="connsiteX2" fmla="*/ 0 w 2896498"/>
              <a:gd name="connsiteY2" fmla="*/ 83689 h 1559226"/>
              <a:gd name="connsiteX3" fmla="*/ 574390 w 2896498"/>
              <a:gd name="connsiteY3" fmla="*/ 0 h 1559226"/>
              <a:gd name="connsiteX4" fmla="*/ 592822 w 2896498"/>
              <a:gd name="connsiteY4" fmla="*/ 142333 h 1559226"/>
              <a:gd name="connsiteX5" fmla="*/ 1077920 w 2896498"/>
              <a:gd name="connsiteY5" fmla="*/ 764841 h 1559226"/>
              <a:gd name="connsiteX6" fmla="*/ 1791731 w 2896498"/>
              <a:gd name="connsiteY6" fmla="*/ 767945 h 1559226"/>
              <a:gd name="connsiteX7" fmla="*/ 2126592 w 2896498"/>
              <a:gd name="connsiteY7" fmla="*/ 478752 h 1559226"/>
              <a:gd name="connsiteX8" fmla="*/ 2210912 w 2896498"/>
              <a:gd name="connsiteY8" fmla="*/ 23807 h 1559226"/>
              <a:gd name="connsiteX9" fmla="*/ 2876897 w 2896498"/>
              <a:gd name="connsiteY9" fmla="*/ 39276 h 1559226"/>
              <a:gd name="connsiteX10" fmla="*/ 2670100 w 2896498"/>
              <a:gd name="connsiteY10" fmla="*/ 1073395 h 1559226"/>
              <a:gd name="connsiteX11" fmla="*/ 2078445 w 2896498"/>
              <a:gd name="connsiteY11" fmla="*/ 1538808 h 1559226"/>
              <a:gd name="connsiteX12" fmla="*/ 698505 w 2896498"/>
              <a:gd name="connsiteY12" fmla="*/ 1390335 h 1559226"/>
              <a:gd name="connsiteX0" fmla="*/ 698505 w 2876898"/>
              <a:gd name="connsiteY0" fmla="*/ 1390335 h 1559226"/>
              <a:gd name="connsiteX1" fmla="*/ 116789 w 2876898"/>
              <a:gd name="connsiteY1" fmla="*/ 590029 h 1559226"/>
              <a:gd name="connsiteX2" fmla="*/ 0 w 2876898"/>
              <a:gd name="connsiteY2" fmla="*/ 83689 h 1559226"/>
              <a:gd name="connsiteX3" fmla="*/ 574390 w 2876898"/>
              <a:gd name="connsiteY3" fmla="*/ 0 h 1559226"/>
              <a:gd name="connsiteX4" fmla="*/ 592822 w 2876898"/>
              <a:gd name="connsiteY4" fmla="*/ 142333 h 1559226"/>
              <a:gd name="connsiteX5" fmla="*/ 1077920 w 2876898"/>
              <a:gd name="connsiteY5" fmla="*/ 764841 h 1559226"/>
              <a:gd name="connsiteX6" fmla="*/ 1791731 w 2876898"/>
              <a:gd name="connsiteY6" fmla="*/ 767945 h 1559226"/>
              <a:gd name="connsiteX7" fmla="*/ 2126592 w 2876898"/>
              <a:gd name="connsiteY7" fmla="*/ 478752 h 1559226"/>
              <a:gd name="connsiteX8" fmla="*/ 2210912 w 2876898"/>
              <a:gd name="connsiteY8" fmla="*/ 23807 h 1559226"/>
              <a:gd name="connsiteX9" fmla="*/ 2876897 w 2876898"/>
              <a:gd name="connsiteY9" fmla="*/ 39276 h 1559226"/>
              <a:gd name="connsiteX10" fmla="*/ 2078445 w 2876898"/>
              <a:gd name="connsiteY10" fmla="*/ 1538808 h 1559226"/>
              <a:gd name="connsiteX11" fmla="*/ 698505 w 2876898"/>
              <a:gd name="connsiteY11" fmla="*/ 1390335 h 1559226"/>
              <a:gd name="connsiteX0" fmla="*/ 698505 w 2876897"/>
              <a:gd name="connsiteY0" fmla="*/ 1390335 h 1467132"/>
              <a:gd name="connsiteX1" fmla="*/ 116789 w 2876897"/>
              <a:gd name="connsiteY1" fmla="*/ 590029 h 1467132"/>
              <a:gd name="connsiteX2" fmla="*/ 0 w 2876897"/>
              <a:gd name="connsiteY2" fmla="*/ 83689 h 1467132"/>
              <a:gd name="connsiteX3" fmla="*/ 574390 w 2876897"/>
              <a:gd name="connsiteY3" fmla="*/ 0 h 1467132"/>
              <a:gd name="connsiteX4" fmla="*/ 592822 w 2876897"/>
              <a:gd name="connsiteY4" fmla="*/ 142333 h 1467132"/>
              <a:gd name="connsiteX5" fmla="*/ 1077920 w 2876897"/>
              <a:gd name="connsiteY5" fmla="*/ 764841 h 1467132"/>
              <a:gd name="connsiteX6" fmla="*/ 1791731 w 2876897"/>
              <a:gd name="connsiteY6" fmla="*/ 767945 h 1467132"/>
              <a:gd name="connsiteX7" fmla="*/ 2126592 w 2876897"/>
              <a:gd name="connsiteY7" fmla="*/ 478752 h 1467132"/>
              <a:gd name="connsiteX8" fmla="*/ 2210912 w 2876897"/>
              <a:gd name="connsiteY8" fmla="*/ 23807 h 1467132"/>
              <a:gd name="connsiteX9" fmla="*/ 2876897 w 2876897"/>
              <a:gd name="connsiteY9" fmla="*/ 39276 h 1467132"/>
              <a:gd name="connsiteX10" fmla="*/ 2018862 w 2876897"/>
              <a:gd name="connsiteY10" fmla="*/ 1370981 h 1467132"/>
              <a:gd name="connsiteX11" fmla="*/ 698505 w 2876897"/>
              <a:gd name="connsiteY11" fmla="*/ 1390335 h 1467132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742142 w 2920534"/>
              <a:gd name="connsiteY0" fmla="*/ 1390335 h 1560220"/>
              <a:gd name="connsiteX1" fmla="*/ 160426 w 2920534"/>
              <a:gd name="connsiteY1" fmla="*/ 590029 h 1560220"/>
              <a:gd name="connsiteX2" fmla="*/ 0 w 2920534"/>
              <a:gd name="connsiteY2" fmla="*/ 83887 h 1560220"/>
              <a:gd name="connsiteX3" fmla="*/ 618027 w 2920534"/>
              <a:gd name="connsiteY3" fmla="*/ 0 h 1560220"/>
              <a:gd name="connsiteX4" fmla="*/ 636459 w 2920534"/>
              <a:gd name="connsiteY4" fmla="*/ 142333 h 1560220"/>
              <a:gd name="connsiteX5" fmla="*/ 1121557 w 2920534"/>
              <a:gd name="connsiteY5" fmla="*/ 764841 h 1560220"/>
              <a:gd name="connsiteX6" fmla="*/ 1835368 w 2920534"/>
              <a:gd name="connsiteY6" fmla="*/ 767945 h 1560220"/>
              <a:gd name="connsiteX7" fmla="*/ 2170229 w 2920534"/>
              <a:gd name="connsiteY7" fmla="*/ 478752 h 1560220"/>
              <a:gd name="connsiteX8" fmla="*/ 2254549 w 2920534"/>
              <a:gd name="connsiteY8" fmla="*/ 23807 h 1560220"/>
              <a:gd name="connsiteX9" fmla="*/ 2920534 w 2920534"/>
              <a:gd name="connsiteY9" fmla="*/ 39276 h 1560220"/>
              <a:gd name="connsiteX10" fmla="*/ 2128040 w 2920534"/>
              <a:gd name="connsiteY10" fmla="*/ 1412939 h 1560220"/>
              <a:gd name="connsiteX11" fmla="*/ 742142 w 2920534"/>
              <a:gd name="connsiteY11" fmla="*/ 1390335 h 1560220"/>
              <a:gd name="connsiteX0" fmla="*/ 742142 w 2913516"/>
              <a:gd name="connsiteY0" fmla="*/ 1390335 h 1560220"/>
              <a:gd name="connsiteX1" fmla="*/ 160426 w 2913516"/>
              <a:gd name="connsiteY1" fmla="*/ 59002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4549 w 2913516"/>
              <a:gd name="connsiteY8" fmla="*/ 23807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426 w 2913516"/>
              <a:gd name="connsiteY1" fmla="*/ 59002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426 w 2913516"/>
              <a:gd name="connsiteY1" fmla="*/ 59002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250 w 2913516"/>
              <a:gd name="connsiteY1" fmla="*/ 64585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250 w 2913516"/>
              <a:gd name="connsiteY1" fmla="*/ 64585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</a:gdLst>
            <a:rect l="l" t="t" r="r" b="b"/>
            <a:pathLst>
              <a:path w="2913516" h="1560220">
                <a:moveTo>
                  <a:pt x="742142" y="1390335"/>
                </a:moveTo>
                <a:cubicBezTo>
                  <a:pt x="425816" y="1190875"/>
                  <a:pt x="253306" y="902358"/>
                  <a:pt x="160250" y="645859"/>
                </a:cubicBezTo>
                <a:cubicBezTo>
                  <a:pt x="67194" y="389360"/>
                  <a:pt x="12108" y="225479"/>
                  <a:pt x="0" y="83887"/>
                </a:cubicBezTo>
                <a:lnTo>
                  <a:pt x="618027" y="0"/>
                </a:lnTo>
                <a:lnTo>
                  <a:pt x="636459" y="142333"/>
                </a:lnTo>
                <a:cubicBezTo>
                  <a:pt x="683907" y="442220"/>
                  <a:pt x="921739" y="660572"/>
                  <a:pt x="1121557" y="764841"/>
                </a:cubicBezTo>
                <a:cubicBezTo>
                  <a:pt x="1321375" y="869110"/>
                  <a:pt x="1624402" y="845068"/>
                  <a:pt x="1835368" y="767945"/>
                </a:cubicBezTo>
                <a:cubicBezTo>
                  <a:pt x="1986803" y="697752"/>
                  <a:pt x="2098375" y="615429"/>
                  <a:pt x="2170229" y="478752"/>
                </a:cubicBezTo>
                <a:cubicBezTo>
                  <a:pt x="2230162" y="332585"/>
                  <a:pt x="2242066" y="175475"/>
                  <a:pt x="2259170" y="14971"/>
                </a:cubicBezTo>
                <a:lnTo>
                  <a:pt x="2913516" y="80446"/>
                </a:lnTo>
                <a:cubicBezTo>
                  <a:pt x="2891438" y="332946"/>
                  <a:pt x="2753271" y="1124828"/>
                  <a:pt x="2128040" y="1412939"/>
                </a:cubicBezTo>
                <a:cubicBezTo>
                  <a:pt x="1597853" y="1666223"/>
                  <a:pt x="1069085" y="1548465"/>
                  <a:pt x="742142" y="1390335"/>
                </a:cubicBezTo>
                <a:close/>
              </a:path>
            </a:pathLst>
          </a:cu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61909" y="524414"/>
            <a:ext cx="5099448" cy="145651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7" name="Picture Placeholder 12">
            <a:extLst xmlns:a="http://schemas.openxmlformats.org/drawingml/2006/main">
              <a:ext uri="{FF2B5EF4-FFF2-40B4-BE49-F238E27FC236}">
                <a16:creationId xmlns:a16="http://schemas.microsoft.com/office/drawing/2014/main" id="{28F9C7CC-D823-5202-529E-0CE25F1FAD20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579267" y="2090182"/>
            <a:ext cx="3810250" cy="3691086"/>
          </a:xfrm>
          <a:custGeom xmlns:a="http://schemas.openxmlformats.org/drawingml/2006/main">
            <a:gdLst>
              <a:gd name="connsiteX0" fmla="*/ 1733499 w 3643243"/>
              <a:gd name="connsiteY0" fmla="*/ 101 h 3529302"/>
              <a:gd name="connsiteX1" fmla="*/ 1879032 w 3643243"/>
              <a:gd name="connsiteY1" fmla="*/ 10137 h 3529302"/>
              <a:gd name="connsiteX2" fmla="*/ 3624111 w 3643243"/>
              <a:gd name="connsiteY2" fmla="*/ 1556495 h 3529302"/>
              <a:gd name="connsiteX3" fmla="*/ 2815655 w 3643243"/>
              <a:gd name="connsiteY3" fmla="*/ 3277800 h 3529302"/>
              <a:gd name="connsiteX4" fmla="*/ 1104347 w 3643243"/>
              <a:gd name="connsiteY4" fmla="*/ 3421282 h 3529302"/>
              <a:gd name="connsiteX5" fmla="*/ 158226 w 3643243"/>
              <a:gd name="connsiteY5" fmla="*/ 2495066 h 3529302"/>
              <a:gd name="connsiteX6" fmla="*/ 176604 w 3643243"/>
              <a:gd name="connsiteY6" fmla="*/ 970733 h 3529302"/>
              <a:gd name="connsiteX7" fmla="*/ 1733499 w 3643243"/>
              <a:gd name="connsiteY7" fmla="*/ 101 h 3529302"/>
            </a:gdLst>
            <a:rect l="l" t="t" r="r" b="b"/>
            <a:pathLst>
              <a:path w="3643243" h="3529302">
                <a:moveTo>
                  <a:pt x="1733499" y="101"/>
                </a:moveTo>
                <a:cubicBezTo>
                  <a:pt x="1781367" y="699"/>
                  <a:pt x="1829894" y="3965"/>
                  <a:pt x="1879032" y="10137"/>
                </a:cubicBezTo>
                <a:cubicBezTo>
                  <a:pt x="2843412" y="202782"/>
                  <a:pt x="3515202" y="911597"/>
                  <a:pt x="3624111" y="1556495"/>
                </a:cubicBezTo>
                <a:cubicBezTo>
                  <a:pt x="3733021" y="2201394"/>
                  <a:pt x="3365404" y="2931605"/>
                  <a:pt x="2815655" y="3277800"/>
                </a:cubicBezTo>
                <a:cubicBezTo>
                  <a:pt x="2265907" y="3623995"/>
                  <a:pt x="1547253" y="3551738"/>
                  <a:pt x="1104347" y="3421282"/>
                </a:cubicBezTo>
                <a:cubicBezTo>
                  <a:pt x="661443" y="3290825"/>
                  <a:pt x="312850" y="2903490"/>
                  <a:pt x="158226" y="2495066"/>
                </a:cubicBezTo>
                <a:cubicBezTo>
                  <a:pt x="3602" y="2086641"/>
                  <a:pt x="-110197" y="1384888"/>
                  <a:pt x="176604" y="970733"/>
                </a:cubicBezTo>
                <a:cubicBezTo>
                  <a:pt x="445480" y="582463"/>
                  <a:pt x="1015474" y="-8872"/>
                  <a:pt x="1733499" y="101"/>
                </a:cubicBez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112a604e7a444ee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vert="horz" wrap="square" lIns="91440" tIns="45720" rIns="91440" bIns="45720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 marL="0" lvl="0" indent="0">
              <a:buNone/>
            </a:pPr>
            <a:r>
              <a:t> 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761909" y="1996540"/>
            <a:ext cx="5099448" cy="40825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761909" y="6356350"/>
            <a:ext cx="3172685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9" name="Star: 7 Points 2">
            <a:extLst xmlns:a="http://schemas.openxmlformats.org/drawingml/2006/main">
              <a:ext uri="{FF2B5EF4-FFF2-40B4-BE49-F238E27FC236}">
                <a16:creationId xmlns:a16="http://schemas.microsoft.com/office/drawing/2014/main" id="{4D992FEB-30B5-0081-357C-23D9BD7B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4040461">
            <a:off x="2721815" y="671469"/>
            <a:ext cx="2138987" cy="2029695"/>
          </a:xfrm>
          <a:custGeom xmlns:a="http://schemas.openxmlformats.org/drawingml/2006/main"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614529 h 4485695"/>
              <a:gd name="connsiteX1" fmla="*/ 1247571 w 5095972"/>
              <a:gd name="connsiteY1" fmla="*/ 1969496 h 4485695"/>
              <a:gd name="connsiteX2" fmla="*/ 582112 w 5095972"/>
              <a:gd name="connsiteY2" fmla="*/ 1194259 h 4485695"/>
              <a:gd name="connsiteX3" fmla="*/ 457035 w 5095972"/>
              <a:gd name="connsiteY3" fmla="*/ 844684 h 4485695"/>
              <a:gd name="connsiteX4" fmla="*/ 867546 w 5095972"/>
              <a:gd name="connsiteY4" fmla="*/ 822942 h 4485695"/>
              <a:gd name="connsiteX5" fmla="*/ 1966018 w 5095972"/>
              <a:gd name="connsiteY5" fmla="*/ 1088448 h 4485695"/>
              <a:gd name="connsiteX6" fmla="*/ 2861175 w 5095972"/>
              <a:gd name="connsiteY6" fmla="*/ 0 h 4485695"/>
              <a:gd name="connsiteX7" fmla="*/ 3146302 w 5095972"/>
              <a:gd name="connsiteY7" fmla="*/ 1087312 h 4485695"/>
              <a:gd name="connsiteX8" fmla="*/ 4148777 w 5095972"/>
              <a:gd name="connsiteY8" fmla="*/ 464254 h 4485695"/>
              <a:gd name="connsiteX9" fmla="*/ 4680372 w 5095972"/>
              <a:gd name="connsiteY9" fmla="*/ 519822 h 4485695"/>
              <a:gd name="connsiteX10" fmla="*/ 4255280 w 5095972"/>
              <a:gd name="connsiteY10" fmla="*/ 1289589 h 4485695"/>
              <a:gd name="connsiteX11" fmla="*/ 3905187 w 5095972"/>
              <a:gd name="connsiteY11" fmla="*/ 1821583 h 4485695"/>
              <a:gd name="connsiteX12" fmla="*/ 4477698 w 5095972"/>
              <a:gd name="connsiteY12" fmla="*/ 1928245 h 4485695"/>
              <a:gd name="connsiteX13" fmla="*/ 5084889 w 5095972"/>
              <a:gd name="connsiteY13" fmla="*/ 2147987 h 4485695"/>
              <a:gd name="connsiteX14" fmla="*/ 4694264 w 5095972"/>
              <a:gd name="connsiteY14" fmla="*/ 2440895 h 4485695"/>
              <a:gd name="connsiteX15" fmla="*/ 3961178 w 5095972"/>
              <a:gd name="connsiteY15" fmla="*/ 2675005 h 4485695"/>
              <a:gd name="connsiteX16" fmla="*/ 4479678 w 5095972"/>
              <a:gd name="connsiteY16" fmla="*/ 3578772 h 4485695"/>
              <a:gd name="connsiteX17" fmla="*/ 4272550 w 5095972"/>
              <a:gd name="connsiteY17" fmla="*/ 3740433 h 4485695"/>
              <a:gd name="connsiteX18" fmla="*/ 3249533 w 5095972"/>
              <a:gd name="connsiteY18" fmla="*/ 3316071 h 4485695"/>
              <a:gd name="connsiteX19" fmla="*/ 3123234 w 5095972"/>
              <a:gd name="connsiteY19" fmla="*/ 4354243 h 4485695"/>
              <a:gd name="connsiteX20" fmla="*/ 2790770 w 5095972"/>
              <a:gd name="connsiteY20" fmla="*/ 4405911 h 4485695"/>
              <a:gd name="connsiteX21" fmla="*/ 2431760 w 5095972"/>
              <a:gd name="connsiteY21" fmla="*/ 3606889 h 4485695"/>
              <a:gd name="connsiteX22" fmla="*/ 1693537 w 5095972"/>
              <a:gd name="connsiteY22" fmla="*/ 4159744 h 4485695"/>
              <a:gd name="connsiteX23" fmla="*/ 1176032 w 5095972"/>
              <a:gd name="connsiteY23" fmla="*/ 4110373 h 4485695"/>
              <a:gd name="connsiteX24" fmla="*/ 1559781 w 5095972"/>
              <a:gd name="connsiteY24" fmla="*/ 2790393 h 4485695"/>
              <a:gd name="connsiteX25" fmla="*/ 388250 w 5095972"/>
              <a:gd name="connsiteY25" fmla="*/ 2886283 h 4485695"/>
              <a:gd name="connsiteX26" fmla="*/ 40328 w 5095972"/>
              <a:gd name="connsiteY26" fmla="*/ 2614529 h 4485695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4477698 w 5095972"/>
              <a:gd name="connsiteY11" fmla="*/ 2119647 h 4677097"/>
              <a:gd name="connsiteX12" fmla="*/ 5084889 w 5095972"/>
              <a:gd name="connsiteY12" fmla="*/ 2339389 h 4677097"/>
              <a:gd name="connsiteX13" fmla="*/ 4694264 w 5095972"/>
              <a:gd name="connsiteY13" fmla="*/ 2632297 h 4677097"/>
              <a:gd name="connsiteX14" fmla="*/ 3961178 w 5095972"/>
              <a:gd name="connsiteY14" fmla="*/ 2866407 h 4677097"/>
              <a:gd name="connsiteX15" fmla="*/ 4479678 w 5095972"/>
              <a:gd name="connsiteY15" fmla="*/ 3770174 h 4677097"/>
              <a:gd name="connsiteX16" fmla="*/ 4272550 w 5095972"/>
              <a:gd name="connsiteY16" fmla="*/ 3931835 h 4677097"/>
              <a:gd name="connsiteX17" fmla="*/ 3249533 w 5095972"/>
              <a:gd name="connsiteY17" fmla="*/ 3507473 h 4677097"/>
              <a:gd name="connsiteX18" fmla="*/ 3123234 w 5095972"/>
              <a:gd name="connsiteY18" fmla="*/ 4545645 h 4677097"/>
              <a:gd name="connsiteX19" fmla="*/ 2790770 w 5095972"/>
              <a:gd name="connsiteY19" fmla="*/ 4597313 h 4677097"/>
              <a:gd name="connsiteX20" fmla="*/ 2431760 w 5095972"/>
              <a:gd name="connsiteY20" fmla="*/ 3798291 h 4677097"/>
              <a:gd name="connsiteX21" fmla="*/ 1693537 w 5095972"/>
              <a:gd name="connsiteY21" fmla="*/ 4351146 h 4677097"/>
              <a:gd name="connsiteX22" fmla="*/ 1176032 w 5095972"/>
              <a:gd name="connsiteY22" fmla="*/ 4301775 h 4677097"/>
              <a:gd name="connsiteX23" fmla="*/ 1559781 w 5095972"/>
              <a:gd name="connsiteY23" fmla="*/ 2981795 h 4677097"/>
              <a:gd name="connsiteX24" fmla="*/ 388250 w 5095972"/>
              <a:gd name="connsiteY24" fmla="*/ 3077685 h 4677097"/>
              <a:gd name="connsiteX25" fmla="*/ 40328 w 5095972"/>
              <a:gd name="connsiteY25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4272550 w 5095972"/>
              <a:gd name="connsiteY15" fmla="*/ 3931835 h 4677097"/>
              <a:gd name="connsiteX16" fmla="*/ 3249533 w 5095972"/>
              <a:gd name="connsiteY16" fmla="*/ 3507473 h 4677097"/>
              <a:gd name="connsiteX17" fmla="*/ 3123234 w 5095972"/>
              <a:gd name="connsiteY17" fmla="*/ 4545645 h 4677097"/>
              <a:gd name="connsiteX18" fmla="*/ 2790770 w 5095972"/>
              <a:gd name="connsiteY18" fmla="*/ 4597313 h 4677097"/>
              <a:gd name="connsiteX19" fmla="*/ 2431760 w 5095972"/>
              <a:gd name="connsiteY19" fmla="*/ 3798291 h 4677097"/>
              <a:gd name="connsiteX20" fmla="*/ 1693537 w 5095972"/>
              <a:gd name="connsiteY20" fmla="*/ 4351146 h 4677097"/>
              <a:gd name="connsiteX21" fmla="*/ 1176032 w 5095972"/>
              <a:gd name="connsiteY21" fmla="*/ 4301775 h 4677097"/>
              <a:gd name="connsiteX22" fmla="*/ 1559781 w 5095972"/>
              <a:gd name="connsiteY22" fmla="*/ 2981795 h 4677097"/>
              <a:gd name="connsiteX23" fmla="*/ 388250 w 5095972"/>
              <a:gd name="connsiteY23" fmla="*/ 3077685 h 4677097"/>
              <a:gd name="connsiteX24" fmla="*/ 40328 w 5095972"/>
              <a:gd name="connsiteY24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3249533 w 5095972"/>
              <a:gd name="connsiteY15" fmla="*/ 3507473 h 4677097"/>
              <a:gd name="connsiteX16" fmla="*/ 3123234 w 5095972"/>
              <a:gd name="connsiteY16" fmla="*/ 4545645 h 4677097"/>
              <a:gd name="connsiteX17" fmla="*/ 2790770 w 5095972"/>
              <a:gd name="connsiteY17" fmla="*/ 4597313 h 4677097"/>
              <a:gd name="connsiteX18" fmla="*/ 2431760 w 5095972"/>
              <a:gd name="connsiteY18" fmla="*/ 3798291 h 4677097"/>
              <a:gd name="connsiteX19" fmla="*/ 1693537 w 5095972"/>
              <a:gd name="connsiteY19" fmla="*/ 4351146 h 4677097"/>
              <a:gd name="connsiteX20" fmla="*/ 1176032 w 5095972"/>
              <a:gd name="connsiteY20" fmla="*/ 4301775 h 4677097"/>
              <a:gd name="connsiteX21" fmla="*/ 1559781 w 5095972"/>
              <a:gd name="connsiteY21" fmla="*/ 2981795 h 4677097"/>
              <a:gd name="connsiteX22" fmla="*/ 388250 w 5095972"/>
              <a:gd name="connsiteY22" fmla="*/ 3077685 h 4677097"/>
              <a:gd name="connsiteX23" fmla="*/ 40328 w 5095972"/>
              <a:gd name="connsiteY23" fmla="*/ 2805931 h 4677097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693537 w 5095972"/>
              <a:gd name="connsiteY18" fmla="*/ 4351146 h 4547858"/>
              <a:gd name="connsiteX19" fmla="*/ 1176032 w 5095972"/>
              <a:gd name="connsiteY19" fmla="*/ 4301775 h 4547858"/>
              <a:gd name="connsiteX20" fmla="*/ 1559781 w 5095972"/>
              <a:gd name="connsiteY20" fmla="*/ 2981795 h 4547858"/>
              <a:gd name="connsiteX21" fmla="*/ 388250 w 5095972"/>
              <a:gd name="connsiteY21" fmla="*/ 3077685 h 4547858"/>
              <a:gd name="connsiteX22" fmla="*/ 40328 w 5095972"/>
              <a:gd name="connsiteY22" fmla="*/ 2805931 h 4547858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176032 w 5095972"/>
              <a:gd name="connsiteY18" fmla="*/ 4301775 h 4547858"/>
              <a:gd name="connsiteX19" fmla="*/ 1559781 w 5095972"/>
              <a:gd name="connsiteY19" fmla="*/ 2981795 h 4547858"/>
              <a:gd name="connsiteX20" fmla="*/ 388250 w 5095972"/>
              <a:gd name="connsiteY20" fmla="*/ 3077685 h 4547858"/>
              <a:gd name="connsiteX21" fmla="*/ 40328 w 5095972"/>
              <a:gd name="connsiteY21" fmla="*/ 2805931 h 4547858"/>
              <a:gd name="connsiteX0" fmla="*/ 40328 w 5095972"/>
              <a:gd name="connsiteY0" fmla="*/ 2805931 h 4842127"/>
              <a:gd name="connsiteX1" fmla="*/ 1247571 w 5095972"/>
              <a:gd name="connsiteY1" fmla="*/ 2160898 h 4842127"/>
              <a:gd name="connsiteX2" fmla="*/ 582112 w 5095972"/>
              <a:gd name="connsiteY2" fmla="*/ 1385661 h 4842127"/>
              <a:gd name="connsiteX3" fmla="*/ 457035 w 5095972"/>
              <a:gd name="connsiteY3" fmla="*/ 1036086 h 4842127"/>
              <a:gd name="connsiteX4" fmla="*/ 867546 w 5095972"/>
              <a:gd name="connsiteY4" fmla="*/ 1014344 h 4842127"/>
              <a:gd name="connsiteX5" fmla="*/ 1966018 w 5095972"/>
              <a:gd name="connsiteY5" fmla="*/ 1279850 h 4842127"/>
              <a:gd name="connsiteX6" fmla="*/ 2749948 w 5095972"/>
              <a:gd name="connsiteY6" fmla="*/ 0 h 4842127"/>
              <a:gd name="connsiteX7" fmla="*/ 3146302 w 5095972"/>
              <a:gd name="connsiteY7" fmla="*/ 1278714 h 4842127"/>
              <a:gd name="connsiteX8" fmla="*/ 4680372 w 5095972"/>
              <a:gd name="connsiteY8" fmla="*/ 711224 h 4842127"/>
              <a:gd name="connsiteX9" fmla="*/ 4255280 w 5095972"/>
              <a:gd name="connsiteY9" fmla="*/ 1480991 h 4842127"/>
              <a:gd name="connsiteX10" fmla="*/ 3905187 w 5095972"/>
              <a:gd name="connsiteY10" fmla="*/ 2012985 h 4842127"/>
              <a:gd name="connsiteX11" fmla="*/ 5084889 w 5095972"/>
              <a:gd name="connsiteY11" fmla="*/ 2339389 h 4842127"/>
              <a:gd name="connsiteX12" fmla="*/ 4694264 w 5095972"/>
              <a:gd name="connsiteY12" fmla="*/ 2632297 h 4842127"/>
              <a:gd name="connsiteX13" fmla="*/ 3961178 w 5095972"/>
              <a:gd name="connsiteY13" fmla="*/ 2866407 h 4842127"/>
              <a:gd name="connsiteX14" fmla="*/ 4479678 w 5095972"/>
              <a:gd name="connsiteY14" fmla="*/ 3770174 h 4842127"/>
              <a:gd name="connsiteX15" fmla="*/ 3249533 w 5095972"/>
              <a:gd name="connsiteY15" fmla="*/ 3507473 h 4842127"/>
              <a:gd name="connsiteX16" fmla="*/ 3166568 w 5095972"/>
              <a:gd name="connsiteY16" fmla="*/ 4840512 h 4842127"/>
              <a:gd name="connsiteX17" fmla="*/ 2431760 w 5095972"/>
              <a:gd name="connsiteY17" fmla="*/ 3798291 h 4842127"/>
              <a:gd name="connsiteX18" fmla="*/ 1176032 w 5095972"/>
              <a:gd name="connsiteY18" fmla="*/ 4301775 h 4842127"/>
              <a:gd name="connsiteX19" fmla="*/ 1559781 w 5095972"/>
              <a:gd name="connsiteY19" fmla="*/ 2981795 h 4842127"/>
              <a:gd name="connsiteX20" fmla="*/ 388250 w 5095972"/>
              <a:gd name="connsiteY20" fmla="*/ 3077685 h 4842127"/>
              <a:gd name="connsiteX21" fmla="*/ 40328 w 5095972"/>
              <a:gd name="connsiteY21" fmla="*/ 2805931 h 4842127"/>
              <a:gd name="connsiteX0" fmla="*/ 40328 w 5095972"/>
              <a:gd name="connsiteY0" fmla="*/ 2805931 h 4842017"/>
              <a:gd name="connsiteX1" fmla="*/ 1247571 w 5095972"/>
              <a:gd name="connsiteY1" fmla="*/ 2160898 h 4842017"/>
              <a:gd name="connsiteX2" fmla="*/ 582112 w 5095972"/>
              <a:gd name="connsiteY2" fmla="*/ 1385661 h 4842017"/>
              <a:gd name="connsiteX3" fmla="*/ 457035 w 5095972"/>
              <a:gd name="connsiteY3" fmla="*/ 1036086 h 4842017"/>
              <a:gd name="connsiteX4" fmla="*/ 867546 w 5095972"/>
              <a:gd name="connsiteY4" fmla="*/ 1014344 h 4842017"/>
              <a:gd name="connsiteX5" fmla="*/ 1966018 w 5095972"/>
              <a:gd name="connsiteY5" fmla="*/ 1279850 h 4842017"/>
              <a:gd name="connsiteX6" fmla="*/ 2749948 w 5095972"/>
              <a:gd name="connsiteY6" fmla="*/ 0 h 4842017"/>
              <a:gd name="connsiteX7" fmla="*/ 3146302 w 5095972"/>
              <a:gd name="connsiteY7" fmla="*/ 1278714 h 4842017"/>
              <a:gd name="connsiteX8" fmla="*/ 4680372 w 5095972"/>
              <a:gd name="connsiteY8" fmla="*/ 711224 h 4842017"/>
              <a:gd name="connsiteX9" fmla="*/ 4255280 w 5095972"/>
              <a:gd name="connsiteY9" fmla="*/ 1480991 h 4842017"/>
              <a:gd name="connsiteX10" fmla="*/ 3905187 w 5095972"/>
              <a:gd name="connsiteY10" fmla="*/ 2012985 h 4842017"/>
              <a:gd name="connsiteX11" fmla="*/ 5084889 w 5095972"/>
              <a:gd name="connsiteY11" fmla="*/ 2339389 h 4842017"/>
              <a:gd name="connsiteX12" fmla="*/ 4694264 w 5095972"/>
              <a:gd name="connsiteY12" fmla="*/ 2632297 h 4842017"/>
              <a:gd name="connsiteX13" fmla="*/ 3961178 w 5095972"/>
              <a:gd name="connsiteY13" fmla="*/ 2866407 h 4842017"/>
              <a:gd name="connsiteX14" fmla="*/ 4479678 w 5095972"/>
              <a:gd name="connsiteY14" fmla="*/ 3770174 h 4842017"/>
              <a:gd name="connsiteX15" fmla="*/ 3249533 w 5095972"/>
              <a:gd name="connsiteY15" fmla="*/ 3507473 h 4842017"/>
              <a:gd name="connsiteX16" fmla="*/ 3166568 w 5095972"/>
              <a:gd name="connsiteY16" fmla="*/ 4840512 h 4842017"/>
              <a:gd name="connsiteX17" fmla="*/ 2404406 w 5095972"/>
              <a:gd name="connsiteY17" fmla="*/ 3718173 h 4842017"/>
              <a:gd name="connsiteX18" fmla="*/ 1176032 w 5095972"/>
              <a:gd name="connsiteY18" fmla="*/ 4301775 h 4842017"/>
              <a:gd name="connsiteX19" fmla="*/ 1559781 w 5095972"/>
              <a:gd name="connsiteY19" fmla="*/ 2981795 h 4842017"/>
              <a:gd name="connsiteX20" fmla="*/ 388250 w 5095972"/>
              <a:gd name="connsiteY20" fmla="*/ 3077685 h 4842017"/>
              <a:gd name="connsiteX21" fmla="*/ 40328 w 5095972"/>
              <a:gd name="connsiteY21" fmla="*/ 2805931 h 4842017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075419 w 5095972"/>
              <a:gd name="connsiteY18" fmla="*/ 4437056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0 w 5055644"/>
              <a:gd name="connsiteY0" fmla="*/ 2805931 h 4841960"/>
              <a:gd name="connsiteX1" fmla="*/ 1207243 w 5055644"/>
              <a:gd name="connsiteY1" fmla="*/ 2160898 h 4841960"/>
              <a:gd name="connsiteX2" fmla="*/ 541784 w 5055644"/>
              <a:gd name="connsiteY2" fmla="*/ 1385661 h 4841960"/>
              <a:gd name="connsiteX3" fmla="*/ 416707 w 5055644"/>
              <a:gd name="connsiteY3" fmla="*/ 1036086 h 4841960"/>
              <a:gd name="connsiteX4" fmla="*/ 827218 w 5055644"/>
              <a:gd name="connsiteY4" fmla="*/ 1014344 h 4841960"/>
              <a:gd name="connsiteX5" fmla="*/ 1925690 w 5055644"/>
              <a:gd name="connsiteY5" fmla="*/ 1279850 h 4841960"/>
              <a:gd name="connsiteX6" fmla="*/ 2709620 w 5055644"/>
              <a:gd name="connsiteY6" fmla="*/ 0 h 4841960"/>
              <a:gd name="connsiteX7" fmla="*/ 3105974 w 5055644"/>
              <a:gd name="connsiteY7" fmla="*/ 1278714 h 4841960"/>
              <a:gd name="connsiteX8" fmla="*/ 4640044 w 5055644"/>
              <a:gd name="connsiteY8" fmla="*/ 711224 h 4841960"/>
              <a:gd name="connsiteX9" fmla="*/ 4214952 w 5055644"/>
              <a:gd name="connsiteY9" fmla="*/ 1480991 h 4841960"/>
              <a:gd name="connsiteX10" fmla="*/ 3864859 w 5055644"/>
              <a:gd name="connsiteY10" fmla="*/ 2012985 h 4841960"/>
              <a:gd name="connsiteX11" fmla="*/ 5044561 w 5055644"/>
              <a:gd name="connsiteY11" fmla="*/ 2339389 h 4841960"/>
              <a:gd name="connsiteX12" fmla="*/ 4653936 w 5055644"/>
              <a:gd name="connsiteY12" fmla="*/ 2632297 h 4841960"/>
              <a:gd name="connsiteX13" fmla="*/ 3920850 w 5055644"/>
              <a:gd name="connsiteY13" fmla="*/ 2866407 h 4841960"/>
              <a:gd name="connsiteX14" fmla="*/ 4439350 w 5055644"/>
              <a:gd name="connsiteY14" fmla="*/ 3770174 h 4841960"/>
              <a:gd name="connsiteX15" fmla="*/ 3209205 w 5055644"/>
              <a:gd name="connsiteY15" fmla="*/ 3507473 h 4841960"/>
              <a:gd name="connsiteX16" fmla="*/ 3126240 w 5055644"/>
              <a:gd name="connsiteY16" fmla="*/ 4840512 h 4841960"/>
              <a:gd name="connsiteX17" fmla="*/ 2364078 w 5055644"/>
              <a:gd name="connsiteY17" fmla="*/ 3718173 h 4841960"/>
              <a:gd name="connsiteX18" fmla="*/ 1035091 w 5055644"/>
              <a:gd name="connsiteY18" fmla="*/ 4437056 h 4841960"/>
              <a:gd name="connsiteX19" fmla="*/ 1519453 w 5055644"/>
              <a:gd name="connsiteY19" fmla="*/ 2981795 h 4841960"/>
              <a:gd name="connsiteX20" fmla="*/ 0 w 5055644"/>
              <a:gd name="connsiteY20" fmla="*/ 2805931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599657 w 5113517"/>
              <a:gd name="connsiteY2" fmla="*/ 1385661 h 4841960"/>
              <a:gd name="connsiteX3" fmla="*/ 474580 w 5113517"/>
              <a:gd name="connsiteY3" fmla="*/ 1036086 h 4841960"/>
              <a:gd name="connsiteX4" fmla="*/ 885091 w 5113517"/>
              <a:gd name="connsiteY4" fmla="*/ 1014344 h 4841960"/>
              <a:gd name="connsiteX5" fmla="*/ 1983563 w 5113517"/>
              <a:gd name="connsiteY5" fmla="*/ 1279850 h 4841960"/>
              <a:gd name="connsiteX6" fmla="*/ 2767493 w 5113517"/>
              <a:gd name="connsiteY6" fmla="*/ 0 h 4841960"/>
              <a:gd name="connsiteX7" fmla="*/ 3163847 w 5113517"/>
              <a:gd name="connsiteY7" fmla="*/ 1278714 h 4841960"/>
              <a:gd name="connsiteX8" fmla="*/ 4697917 w 5113517"/>
              <a:gd name="connsiteY8" fmla="*/ 711224 h 4841960"/>
              <a:gd name="connsiteX9" fmla="*/ 4272825 w 5113517"/>
              <a:gd name="connsiteY9" fmla="*/ 1480991 h 4841960"/>
              <a:gd name="connsiteX10" fmla="*/ 3922732 w 5113517"/>
              <a:gd name="connsiteY10" fmla="*/ 2012985 h 4841960"/>
              <a:gd name="connsiteX11" fmla="*/ 5102434 w 5113517"/>
              <a:gd name="connsiteY11" fmla="*/ 2339389 h 4841960"/>
              <a:gd name="connsiteX12" fmla="*/ 4711809 w 5113517"/>
              <a:gd name="connsiteY12" fmla="*/ 2632297 h 4841960"/>
              <a:gd name="connsiteX13" fmla="*/ 3978723 w 5113517"/>
              <a:gd name="connsiteY13" fmla="*/ 2866407 h 4841960"/>
              <a:gd name="connsiteX14" fmla="*/ 4497223 w 5113517"/>
              <a:gd name="connsiteY14" fmla="*/ 3770174 h 4841960"/>
              <a:gd name="connsiteX15" fmla="*/ 3267078 w 5113517"/>
              <a:gd name="connsiteY15" fmla="*/ 3507473 h 4841960"/>
              <a:gd name="connsiteX16" fmla="*/ 3184113 w 5113517"/>
              <a:gd name="connsiteY16" fmla="*/ 4840512 h 4841960"/>
              <a:gd name="connsiteX17" fmla="*/ 2421951 w 5113517"/>
              <a:gd name="connsiteY17" fmla="*/ 3718173 h 4841960"/>
              <a:gd name="connsiteX18" fmla="*/ 1092964 w 5113517"/>
              <a:gd name="connsiteY18" fmla="*/ 4437056 h 4841960"/>
              <a:gd name="connsiteX19" fmla="*/ 1577326 w 5113517"/>
              <a:gd name="connsiteY19" fmla="*/ 2981795 h 4841960"/>
              <a:gd name="connsiteX20" fmla="*/ -1 w 5113517"/>
              <a:gd name="connsiteY20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599659 w 5113519"/>
              <a:gd name="connsiteY2" fmla="*/ 1385661 h 4841960"/>
              <a:gd name="connsiteX3" fmla="*/ 474582 w 5113519"/>
              <a:gd name="connsiteY3" fmla="*/ 1036086 h 4841960"/>
              <a:gd name="connsiteX4" fmla="*/ 885093 w 5113519"/>
              <a:gd name="connsiteY4" fmla="*/ 1014344 h 4841960"/>
              <a:gd name="connsiteX5" fmla="*/ 1983565 w 5113519"/>
              <a:gd name="connsiteY5" fmla="*/ 1279850 h 4841960"/>
              <a:gd name="connsiteX6" fmla="*/ 2767495 w 5113519"/>
              <a:gd name="connsiteY6" fmla="*/ 0 h 4841960"/>
              <a:gd name="connsiteX7" fmla="*/ 3163849 w 5113519"/>
              <a:gd name="connsiteY7" fmla="*/ 1278714 h 4841960"/>
              <a:gd name="connsiteX8" fmla="*/ 4697919 w 5113519"/>
              <a:gd name="connsiteY8" fmla="*/ 711224 h 4841960"/>
              <a:gd name="connsiteX9" fmla="*/ 4272827 w 5113519"/>
              <a:gd name="connsiteY9" fmla="*/ 1480991 h 4841960"/>
              <a:gd name="connsiteX10" fmla="*/ 3922734 w 5113519"/>
              <a:gd name="connsiteY10" fmla="*/ 2012985 h 4841960"/>
              <a:gd name="connsiteX11" fmla="*/ 5102436 w 5113519"/>
              <a:gd name="connsiteY11" fmla="*/ 2339389 h 4841960"/>
              <a:gd name="connsiteX12" fmla="*/ 4711811 w 5113519"/>
              <a:gd name="connsiteY12" fmla="*/ 2632297 h 4841960"/>
              <a:gd name="connsiteX13" fmla="*/ 3978725 w 5113519"/>
              <a:gd name="connsiteY13" fmla="*/ 2866407 h 4841960"/>
              <a:gd name="connsiteX14" fmla="*/ 4497225 w 5113519"/>
              <a:gd name="connsiteY14" fmla="*/ 3770174 h 4841960"/>
              <a:gd name="connsiteX15" fmla="*/ 3267080 w 5113519"/>
              <a:gd name="connsiteY15" fmla="*/ 3507473 h 4841960"/>
              <a:gd name="connsiteX16" fmla="*/ 3184115 w 5113519"/>
              <a:gd name="connsiteY16" fmla="*/ 4840512 h 4841960"/>
              <a:gd name="connsiteX17" fmla="*/ 2421953 w 5113519"/>
              <a:gd name="connsiteY17" fmla="*/ 3718173 h 4841960"/>
              <a:gd name="connsiteX18" fmla="*/ 1092966 w 5113519"/>
              <a:gd name="connsiteY18" fmla="*/ 4437056 h 4841960"/>
              <a:gd name="connsiteX19" fmla="*/ 1577328 w 5113519"/>
              <a:gd name="connsiteY19" fmla="*/ 2981795 h 4841960"/>
              <a:gd name="connsiteX20" fmla="*/ 1 w 5113519"/>
              <a:gd name="connsiteY20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74580 w 5113517"/>
              <a:gd name="connsiteY2" fmla="*/ 1036086 h 4841960"/>
              <a:gd name="connsiteX3" fmla="*/ 885091 w 5113517"/>
              <a:gd name="connsiteY3" fmla="*/ 1014344 h 4841960"/>
              <a:gd name="connsiteX4" fmla="*/ 1983563 w 5113517"/>
              <a:gd name="connsiteY4" fmla="*/ 1279850 h 4841960"/>
              <a:gd name="connsiteX5" fmla="*/ 2767493 w 5113517"/>
              <a:gd name="connsiteY5" fmla="*/ 0 h 4841960"/>
              <a:gd name="connsiteX6" fmla="*/ 3163847 w 5113517"/>
              <a:gd name="connsiteY6" fmla="*/ 1278714 h 4841960"/>
              <a:gd name="connsiteX7" fmla="*/ 4697917 w 5113517"/>
              <a:gd name="connsiteY7" fmla="*/ 711224 h 4841960"/>
              <a:gd name="connsiteX8" fmla="*/ 4272825 w 5113517"/>
              <a:gd name="connsiteY8" fmla="*/ 1480991 h 4841960"/>
              <a:gd name="connsiteX9" fmla="*/ 3922732 w 5113517"/>
              <a:gd name="connsiteY9" fmla="*/ 2012985 h 4841960"/>
              <a:gd name="connsiteX10" fmla="*/ 5102434 w 5113517"/>
              <a:gd name="connsiteY10" fmla="*/ 2339389 h 4841960"/>
              <a:gd name="connsiteX11" fmla="*/ 4711809 w 5113517"/>
              <a:gd name="connsiteY11" fmla="*/ 2632297 h 4841960"/>
              <a:gd name="connsiteX12" fmla="*/ 3978723 w 5113517"/>
              <a:gd name="connsiteY12" fmla="*/ 2866407 h 4841960"/>
              <a:gd name="connsiteX13" fmla="*/ 4497223 w 5113517"/>
              <a:gd name="connsiteY13" fmla="*/ 3770174 h 4841960"/>
              <a:gd name="connsiteX14" fmla="*/ 3267078 w 5113517"/>
              <a:gd name="connsiteY14" fmla="*/ 3507473 h 4841960"/>
              <a:gd name="connsiteX15" fmla="*/ 3184113 w 5113517"/>
              <a:gd name="connsiteY15" fmla="*/ 4840512 h 4841960"/>
              <a:gd name="connsiteX16" fmla="*/ 2421951 w 5113517"/>
              <a:gd name="connsiteY16" fmla="*/ 3718173 h 4841960"/>
              <a:gd name="connsiteX17" fmla="*/ 1092964 w 5113517"/>
              <a:gd name="connsiteY17" fmla="*/ 4437056 h 4841960"/>
              <a:gd name="connsiteX18" fmla="*/ 1577326 w 5113517"/>
              <a:gd name="connsiteY18" fmla="*/ 2981795 h 4841960"/>
              <a:gd name="connsiteX19" fmla="*/ -1 w 5113517"/>
              <a:gd name="connsiteY19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74582 w 5113519"/>
              <a:gd name="connsiteY2" fmla="*/ 103608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02498"/>
              <a:gd name="connsiteY0" fmla="*/ 2871567 h 4841960"/>
              <a:gd name="connsiteX1" fmla="*/ 1265118 w 5102498"/>
              <a:gd name="connsiteY1" fmla="*/ 2160898 h 4841960"/>
              <a:gd name="connsiteX2" fmla="*/ 485508 w 5102498"/>
              <a:gd name="connsiteY2" fmla="*/ 933726 h 4841960"/>
              <a:gd name="connsiteX3" fmla="*/ 1983565 w 5102498"/>
              <a:gd name="connsiteY3" fmla="*/ 1279850 h 4841960"/>
              <a:gd name="connsiteX4" fmla="*/ 2767495 w 5102498"/>
              <a:gd name="connsiteY4" fmla="*/ 0 h 4841960"/>
              <a:gd name="connsiteX5" fmla="*/ 3163849 w 5102498"/>
              <a:gd name="connsiteY5" fmla="*/ 1278714 h 4841960"/>
              <a:gd name="connsiteX6" fmla="*/ 4697919 w 5102498"/>
              <a:gd name="connsiteY6" fmla="*/ 711224 h 4841960"/>
              <a:gd name="connsiteX7" fmla="*/ 4272827 w 5102498"/>
              <a:gd name="connsiteY7" fmla="*/ 1480991 h 4841960"/>
              <a:gd name="connsiteX8" fmla="*/ 3922734 w 5102498"/>
              <a:gd name="connsiteY8" fmla="*/ 2012985 h 4841960"/>
              <a:gd name="connsiteX9" fmla="*/ 5102436 w 5102498"/>
              <a:gd name="connsiteY9" fmla="*/ 2339389 h 4841960"/>
              <a:gd name="connsiteX10" fmla="*/ 3978725 w 5102498"/>
              <a:gd name="connsiteY10" fmla="*/ 2866407 h 4841960"/>
              <a:gd name="connsiteX11" fmla="*/ 4497225 w 5102498"/>
              <a:gd name="connsiteY11" fmla="*/ 3770174 h 4841960"/>
              <a:gd name="connsiteX12" fmla="*/ 3267080 w 5102498"/>
              <a:gd name="connsiteY12" fmla="*/ 3507473 h 4841960"/>
              <a:gd name="connsiteX13" fmla="*/ 3184115 w 5102498"/>
              <a:gd name="connsiteY13" fmla="*/ 4840512 h 4841960"/>
              <a:gd name="connsiteX14" fmla="*/ 2421953 w 5102498"/>
              <a:gd name="connsiteY14" fmla="*/ 3718173 h 4841960"/>
              <a:gd name="connsiteX15" fmla="*/ 1092966 w 5102498"/>
              <a:gd name="connsiteY15" fmla="*/ 4437056 h 4841960"/>
              <a:gd name="connsiteX16" fmla="*/ 1577328 w 5102498"/>
              <a:gd name="connsiteY16" fmla="*/ 2981795 h 4841960"/>
              <a:gd name="connsiteX17" fmla="*/ 1 w 5102498"/>
              <a:gd name="connsiteY17" fmla="*/ 2871567 h 4841960"/>
              <a:gd name="connsiteX0" fmla="*/ -1 w 5102490"/>
              <a:gd name="connsiteY0" fmla="*/ 2871567 h 4841960"/>
              <a:gd name="connsiteX1" fmla="*/ 1265116 w 5102490"/>
              <a:gd name="connsiteY1" fmla="*/ 2160898 h 4841960"/>
              <a:gd name="connsiteX2" fmla="*/ 485506 w 5102490"/>
              <a:gd name="connsiteY2" fmla="*/ 933726 h 4841960"/>
              <a:gd name="connsiteX3" fmla="*/ 1983563 w 5102490"/>
              <a:gd name="connsiteY3" fmla="*/ 1279850 h 4841960"/>
              <a:gd name="connsiteX4" fmla="*/ 2767493 w 5102490"/>
              <a:gd name="connsiteY4" fmla="*/ 0 h 4841960"/>
              <a:gd name="connsiteX5" fmla="*/ 3163847 w 5102490"/>
              <a:gd name="connsiteY5" fmla="*/ 1278714 h 4841960"/>
              <a:gd name="connsiteX6" fmla="*/ 4697917 w 5102490"/>
              <a:gd name="connsiteY6" fmla="*/ 711224 h 4841960"/>
              <a:gd name="connsiteX7" fmla="*/ 4272825 w 5102490"/>
              <a:gd name="connsiteY7" fmla="*/ 1480991 h 4841960"/>
              <a:gd name="connsiteX8" fmla="*/ 3922732 w 5102490"/>
              <a:gd name="connsiteY8" fmla="*/ 2012985 h 4841960"/>
              <a:gd name="connsiteX9" fmla="*/ 5102434 w 5102490"/>
              <a:gd name="connsiteY9" fmla="*/ 2339389 h 4841960"/>
              <a:gd name="connsiteX10" fmla="*/ 3863684 w 5102490"/>
              <a:gd name="connsiteY10" fmla="*/ 2811641 h 4841960"/>
              <a:gd name="connsiteX11" fmla="*/ 4497223 w 5102490"/>
              <a:gd name="connsiteY11" fmla="*/ 3770174 h 4841960"/>
              <a:gd name="connsiteX12" fmla="*/ 3267078 w 5102490"/>
              <a:gd name="connsiteY12" fmla="*/ 3507473 h 4841960"/>
              <a:gd name="connsiteX13" fmla="*/ 3184113 w 5102490"/>
              <a:gd name="connsiteY13" fmla="*/ 4840512 h 4841960"/>
              <a:gd name="connsiteX14" fmla="*/ 2421951 w 5102490"/>
              <a:gd name="connsiteY14" fmla="*/ 3718173 h 4841960"/>
              <a:gd name="connsiteX15" fmla="*/ 1092964 w 5102490"/>
              <a:gd name="connsiteY15" fmla="*/ 4437056 h 4841960"/>
              <a:gd name="connsiteX16" fmla="*/ 1577326 w 5102490"/>
              <a:gd name="connsiteY16" fmla="*/ 2981795 h 4841960"/>
              <a:gd name="connsiteX17" fmla="*/ -1 w 5102490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265116 w 5102525"/>
              <a:gd name="connsiteY1" fmla="*/ 2160898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332556 w 5102525"/>
              <a:gd name="connsiteY1" fmla="*/ 2089701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17930 w 5102527"/>
              <a:gd name="connsiteY12" fmla="*/ 3356807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2320372 w 5102525"/>
              <a:gd name="connsiteY3" fmla="*/ 1553982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349200 w 5102525"/>
              <a:gd name="connsiteY12" fmla="*/ 3472552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2253600 w 5102525"/>
              <a:gd name="connsiteY3" fmla="*/ 1457047 h 4841960"/>
              <a:gd name="connsiteX4" fmla="*/ 2767493 w 5102525"/>
              <a:gd name="connsiteY4" fmla="*/ 0 h 4841960"/>
              <a:gd name="connsiteX5" fmla="*/ 3180840 w 5102525"/>
              <a:gd name="connsiteY5" fmla="*/ 1613401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349200 w 5102525"/>
              <a:gd name="connsiteY12" fmla="*/ 3472552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97919 w 5102527"/>
              <a:gd name="connsiteY6" fmla="*/ 711224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19650 w 5102527"/>
              <a:gd name="connsiteY5" fmla="*/ 1641633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19650 w 5102527"/>
              <a:gd name="connsiteY5" fmla="*/ 1641633 h 4841960"/>
              <a:gd name="connsiteX6" fmla="*/ 4668546 w 5102527"/>
              <a:gd name="connsiteY6" fmla="*/ 557980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283459"/>
              <a:gd name="connsiteY0" fmla="*/ 2871567 h 4841960"/>
              <a:gd name="connsiteX1" fmla="*/ 1612943 w 5283459"/>
              <a:gd name="connsiteY1" fmla="*/ 2131595 h 4841960"/>
              <a:gd name="connsiteX2" fmla="*/ 485508 w 5283459"/>
              <a:gd name="connsiteY2" fmla="*/ 933726 h 4841960"/>
              <a:gd name="connsiteX3" fmla="*/ 2253602 w 5283459"/>
              <a:gd name="connsiteY3" fmla="*/ 1457047 h 4841960"/>
              <a:gd name="connsiteX4" fmla="*/ 2767495 w 5283459"/>
              <a:gd name="connsiteY4" fmla="*/ 0 h 4841960"/>
              <a:gd name="connsiteX5" fmla="*/ 3119650 w 5283459"/>
              <a:gd name="connsiteY5" fmla="*/ 1641633 h 4841960"/>
              <a:gd name="connsiteX6" fmla="*/ 4668546 w 5283459"/>
              <a:gd name="connsiteY6" fmla="*/ 557980 h 4841960"/>
              <a:gd name="connsiteX7" fmla="*/ 4566662 w 5283459"/>
              <a:gd name="connsiteY7" fmla="*/ 855782 h 4841960"/>
              <a:gd name="connsiteX8" fmla="*/ 3783552 w 5283459"/>
              <a:gd name="connsiteY8" fmla="*/ 2109324 h 4841960"/>
              <a:gd name="connsiteX9" fmla="*/ 5283387 w 5283459"/>
              <a:gd name="connsiteY9" fmla="*/ 2288814 h 4841960"/>
              <a:gd name="connsiteX10" fmla="*/ 3863686 w 5283459"/>
              <a:gd name="connsiteY10" fmla="*/ 2811641 h 4841960"/>
              <a:gd name="connsiteX11" fmla="*/ 4828315 w 5283459"/>
              <a:gd name="connsiteY11" fmla="*/ 3987432 h 4841960"/>
              <a:gd name="connsiteX12" fmla="*/ 3349202 w 5283459"/>
              <a:gd name="connsiteY12" fmla="*/ 3472552 h 4841960"/>
              <a:gd name="connsiteX13" fmla="*/ 3184115 w 5283459"/>
              <a:gd name="connsiteY13" fmla="*/ 4840512 h 4841960"/>
              <a:gd name="connsiteX14" fmla="*/ 2421953 w 5283459"/>
              <a:gd name="connsiteY14" fmla="*/ 3718173 h 4841960"/>
              <a:gd name="connsiteX15" fmla="*/ 1092966 w 5283459"/>
              <a:gd name="connsiteY15" fmla="*/ 4437056 h 4841960"/>
              <a:gd name="connsiteX16" fmla="*/ 1577328 w 5283459"/>
              <a:gd name="connsiteY16" fmla="*/ 2981795 h 4841960"/>
              <a:gd name="connsiteX17" fmla="*/ 1 w 5283459"/>
              <a:gd name="connsiteY17" fmla="*/ 2871567 h 4841960"/>
              <a:gd name="connsiteX0" fmla="*/ 1 w 5283459"/>
              <a:gd name="connsiteY0" fmla="*/ 2871567 h 4841960"/>
              <a:gd name="connsiteX1" fmla="*/ 1612943 w 5283459"/>
              <a:gd name="connsiteY1" fmla="*/ 2131595 h 4841960"/>
              <a:gd name="connsiteX2" fmla="*/ 485508 w 5283459"/>
              <a:gd name="connsiteY2" fmla="*/ 933726 h 4841960"/>
              <a:gd name="connsiteX3" fmla="*/ 2253602 w 5283459"/>
              <a:gd name="connsiteY3" fmla="*/ 1457047 h 4841960"/>
              <a:gd name="connsiteX4" fmla="*/ 2767495 w 5283459"/>
              <a:gd name="connsiteY4" fmla="*/ 0 h 4841960"/>
              <a:gd name="connsiteX5" fmla="*/ 3119650 w 5283459"/>
              <a:gd name="connsiteY5" fmla="*/ 1641633 h 4841960"/>
              <a:gd name="connsiteX6" fmla="*/ 4668546 w 5283459"/>
              <a:gd name="connsiteY6" fmla="*/ 557980 h 4841960"/>
              <a:gd name="connsiteX7" fmla="*/ 4566662 w 5283459"/>
              <a:gd name="connsiteY7" fmla="*/ 855782 h 4841960"/>
              <a:gd name="connsiteX8" fmla="*/ 3783552 w 5283459"/>
              <a:gd name="connsiteY8" fmla="*/ 2109324 h 4841960"/>
              <a:gd name="connsiteX9" fmla="*/ 5283387 w 5283459"/>
              <a:gd name="connsiteY9" fmla="*/ 2288814 h 4841960"/>
              <a:gd name="connsiteX10" fmla="*/ 3863686 w 5283459"/>
              <a:gd name="connsiteY10" fmla="*/ 2811641 h 4841960"/>
              <a:gd name="connsiteX11" fmla="*/ 4828315 w 5283459"/>
              <a:gd name="connsiteY11" fmla="*/ 3987432 h 4841960"/>
              <a:gd name="connsiteX12" fmla="*/ 3349202 w 5283459"/>
              <a:gd name="connsiteY12" fmla="*/ 3472552 h 4841960"/>
              <a:gd name="connsiteX13" fmla="*/ 3184115 w 5283459"/>
              <a:gd name="connsiteY13" fmla="*/ 4840512 h 4841960"/>
              <a:gd name="connsiteX14" fmla="*/ 2421953 w 5283459"/>
              <a:gd name="connsiteY14" fmla="*/ 3718173 h 4841960"/>
              <a:gd name="connsiteX15" fmla="*/ 1092966 w 5283459"/>
              <a:gd name="connsiteY15" fmla="*/ 4437056 h 4841960"/>
              <a:gd name="connsiteX16" fmla="*/ 1577328 w 5283459"/>
              <a:gd name="connsiteY16" fmla="*/ 2981795 h 4841960"/>
              <a:gd name="connsiteX17" fmla="*/ 1 w 5283459"/>
              <a:gd name="connsiteY17" fmla="*/ 2871567 h 4841960"/>
              <a:gd name="connsiteX0" fmla="*/ 1 w 5283459"/>
              <a:gd name="connsiteY0" fmla="*/ 2871567 h 4841759"/>
              <a:gd name="connsiteX1" fmla="*/ 1612943 w 5283459"/>
              <a:gd name="connsiteY1" fmla="*/ 2131595 h 4841759"/>
              <a:gd name="connsiteX2" fmla="*/ 485508 w 5283459"/>
              <a:gd name="connsiteY2" fmla="*/ 933726 h 4841759"/>
              <a:gd name="connsiteX3" fmla="*/ 2253602 w 5283459"/>
              <a:gd name="connsiteY3" fmla="*/ 1457047 h 4841759"/>
              <a:gd name="connsiteX4" fmla="*/ 2767495 w 5283459"/>
              <a:gd name="connsiteY4" fmla="*/ 0 h 4841759"/>
              <a:gd name="connsiteX5" fmla="*/ 3119650 w 5283459"/>
              <a:gd name="connsiteY5" fmla="*/ 1641633 h 4841759"/>
              <a:gd name="connsiteX6" fmla="*/ 4668546 w 5283459"/>
              <a:gd name="connsiteY6" fmla="*/ 557980 h 4841759"/>
              <a:gd name="connsiteX7" fmla="*/ 4566662 w 5283459"/>
              <a:gd name="connsiteY7" fmla="*/ 855782 h 4841759"/>
              <a:gd name="connsiteX8" fmla="*/ 3783552 w 5283459"/>
              <a:gd name="connsiteY8" fmla="*/ 2109324 h 4841759"/>
              <a:gd name="connsiteX9" fmla="*/ 5283387 w 5283459"/>
              <a:gd name="connsiteY9" fmla="*/ 2288814 h 4841759"/>
              <a:gd name="connsiteX10" fmla="*/ 3863686 w 5283459"/>
              <a:gd name="connsiteY10" fmla="*/ 2811641 h 4841759"/>
              <a:gd name="connsiteX11" fmla="*/ 4828315 w 5283459"/>
              <a:gd name="connsiteY11" fmla="*/ 3987432 h 4841759"/>
              <a:gd name="connsiteX12" fmla="*/ 3349202 w 5283459"/>
              <a:gd name="connsiteY12" fmla="*/ 3472552 h 4841759"/>
              <a:gd name="connsiteX13" fmla="*/ 3184115 w 5283459"/>
              <a:gd name="connsiteY13" fmla="*/ 4840512 h 4841759"/>
              <a:gd name="connsiteX14" fmla="*/ 2321840 w 5283459"/>
              <a:gd name="connsiteY14" fmla="*/ 3521052 h 4841759"/>
              <a:gd name="connsiteX15" fmla="*/ 1092966 w 5283459"/>
              <a:gd name="connsiteY15" fmla="*/ 4437056 h 4841759"/>
              <a:gd name="connsiteX16" fmla="*/ 1577328 w 5283459"/>
              <a:gd name="connsiteY16" fmla="*/ 2981795 h 4841759"/>
              <a:gd name="connsiteX17" fmla="*/ 1 w 5283459"/>
              <a:gd name="connsiteY17" fmla="*/ 2871567 h 4841759"/>
              <a:gd name="connsiteX0" fmla="*/ 1 w 5283459"/>
              <a:gd name="connsiteY0" fmla="*/ 2871567 h 4841759"/>
              <a:gd name="connsiteX1" fmla="*/ 1612943 w 5283459"/>
              <a:gd name="connsiteY1" fmla="*/ 2131595 h 4841759"/>
              <a:gd name="connsiteX2" fmla="*/ 485508 w 5283459"/>
              <a:gd name="connsiteY2" fmla="*/ 933726 h 4841759"/>
              <a:gd name="connsiteX3" fmla="*/ 2253602 w 5283459"/>
              <a:gd name="connsiteY3" fmla="*/ 1457047 h 4841759"/>
              <a:gd name="connsiteX4" fmla="*/ 2767495 w 5283459"/>
              <a:gd name="connsiteY4" fmla="*/ 0 h 4841759"/>
              <a:gd name="connsiteX5" fmla="*/ 3119650 w 5283459"/>
              <a:gd name="connsiteY5" fmla="*/ 1641633 h 4841759"/>
              <a:gd name="connsiteX6" fmla="*/ 4668546 w 5283459"/>
              <a:gd name="connsiteY6" fmla="*/ 557980 h 4841759"/>
              <a:gd name="connsiteX7" fmla="*/ 4566662 w 5283459"/>
              <a:gd name="connsiteY7" fmla="*/ 855782 h 4841759"/>
              <a:gd name="connsiteX8" fmla="*/ 3783552 w 5283459"/>
              <a:gd name="connsiteY8" fmla="*/ 2109324 h 4841759"/>
              <a:gd name="connsiteX9" fmla="*/ 5283387 w 5283459"/>
              <a:gd name="connsiteY9" fmla="*/ 2288814 h 4841759"/>
              <a:gd name="connsiteX10" fmla="*/ 3863686 w 5283459"/>
              <a:gd name="connsiteY10" fmla="*/ 2811641 h 4841759"/>
              <a:gd name="connsiteX11" fmla="*/ 4828315 w 5283459"/>
              <a:gd name="connsiteY11" fmla="*/ 3987432 h 4841759"/>
              <a:gd name="connsiteX12" fmla="*/ 3163959 w 5283459"/>
              <a:gd name="connsiteY12" fmla="*/ 3382797 h 4841759"/>
              <a:gd name="connsiteX13" fmla="*/ 3184115 w 5283459"/>
              <a:gd name="connsiteY13" fmla="*/ 4840512 h 4841759"/>
              <a:gd name="connsiteX14" fmla="*/ 2321840 w 5283459"/>
              <a:gd name="connsiteY14" fmla="*/ 3521052 h 4841759"/>
              <a:gd name="connsiteX15" fmla="*/ 1092966 w 5283459"/>
              <a:gd name="connsiteY15" fmla="*/ 4437056 h 4841759"/>
              <a:gd name="connsiteX16" fmla="*/ 1577328 w 5283459"/>
              <a:gd name="connsiteY16" fmla="*/ 2981795 h 4841759"/>
              <a:gd name="connsiteX17" fmla="*/ 1 w 5283459"/>
              <a:gd name="connsiteY17" fmla="*/ 2871567 h 4841759"/>
              <a:gd name="connsiteX0" fmla="*/ 1 w 5283459"/>
              <a:gd name="connsiteY0" fmla="*/ 2871567 h 4993481"/>
              <a:gd name="connsiteX1" fmla="*/ 1612943 w 5283459"/>
              <a:gd name="connsiteY1" fmla="*/ 2131595 h 4993481"/>
              <a:gd name="connsiteX2" fmla="*/ 485508 w 5283459"/>
              <a:gd name="connsiteY2" fmla="*/ 933726 h 4993481"/>
              <a:gd name="connsiteX3" fmla="*/ 2253602 w 5283459"/>
              <a:gd name="connsiteY3" fmla="*/ 1457047 h 4993481"/>
              <a:gd name="connsiteX4" fmla="*/ 2767495 w 5283459"/>
              <a:gd name="connsiteY4" fmla="*/ 0 h 4993481"/>
              <a:gd name="connsiteX5" fmla="*/ 3119650 w 5283459"/>
              <a:gd name="connsiteY5" fmla="*/ 1641633 h 4993481"/>
              <a:gd name="connsiteX6" fmla="*/ 4668546 w 5283459"/>
              <a:gd name="connsiteY6" fmla="*/ 557980 h 4993481"/>
              <a:gd name="connsiteX7" fmla="*/ 4566662 w 5283459"/>
              <a:gd name="connsiteY7" fmla="*/ 855782 h 4993481"/>
              <a:gd name="connsiteX8" fmla="*/ 3783552 w 5283459"/>
              <a:gd name="connsiteY8" fmla="*/ 2109324 h 4993481"/>
              <a:gd name="connsiteX9" fmla="*/ 5283387 w 5283459"/>
              <a:gd name="connsiteY9" fmla="*/ 2288814 h 4993481"/>
              <a:gd name="connsiteX10" fmla="*/ 3863686 w 5283459"/>
              <a:gd name="connsiteY10" fmla="*/ 2811641 h 4993481"/>
              <a:gd name="connsiteX11" fmla="*/ 4828315 w 5283459"/>
              <a:gd name="connsiteY11" fmla="*/ 3987432 h 4993481"/>
              <a:gd name="connsiteX12" fmla="*/ 3163959 w 5283459"/>
              <a:gd name="connsiteY12" fmla="*/ 3382797 h 4993481"/>
              <a:gd name="connsiteX13" fmla="*/ 3087331 w 5283459"/>
              <a:gd name="connsiteY13" fmla="*/ 4992275 h 4993481"/>
              <a:gd name="connsiteX14" fmla="*/ 2321840 w 5283459"/>
              <a:gd name="connsiteY14" fmla="*/ 3521052 h 4993481"/>
              <a:gd name="connsiteX15" fmla="*/ 1092966 w 5283459"/>
              <a:gd name="connsiteY15" fmla="*/ 4437056 h 4993481"/>
              <a:gd name="connsiteX16" fmla="*/ 1577328 w 5283459"/>
              <a:gd name="connsiteY16" fmla="*/ 2981795 h 4993481"/>
              <a:gd name="connsiteX17" fmla="*/ 1 w 5283459"/>
              <a:gd name="connsiteY17" fmla="*/ 2871567 h 4993481"/>
              <a:gd name="connsiteX0" fmla="*/ 1 w 5283459"/>
              <a:gd name="connsiteY0" fmla="*/ 2871567 h 4993411"/>
              <a:gd name="connsiteX1" fmla="*/ 1612943 w 5283459"/>
              <a:gd name="connsiteY1" fmla="*/ 2131595 h 4993411"/>
              <a:gd name="connsiteX2" fmla="*/ 485508 w 5283459"/>
              <a:gd name="connsiteY2" fmla="*/ 933726 h 4993411"/>
              <a:gd name="connsiteX3" fmla="*/ 2253602 w 5283459"/>
              <a:gd name="connsiteY3" fmla="*/ 1457047 h 4993411"/>
              <a:gd name="connsiteX4" fmla="*/ 2767495 w 5283459"/>
              <a:gd name="connsiteY4" fmla="*/ 0 h 4993411"/>
              <a:gd name="connsiteX5" fmla="*/ 3119650 w 5283459"/>
              <a:gd name="connsiteY5" fmla="*/ 1641633 h 4993411"/>
              <a:gd name="connsiteX6" fmla="*/ 4668546 w 5283459"/>
              <a:gd name="connsiteY6" fmla="*/ 557980 h 4993411"/>
              <a:gd name="connsiteX7" fmla="*/ 4566662 w 5283459"/>
              <a:gd name="connsiteY7" fmla="*/ 855782 h 4993411"/>
              <a:gd name="connsiteX8" fmla="*/ 3783552 w 5283459"/>
              <a:gd name="connsiteY8" fmla="*/ 2109324 h 4993411"/>
              <a:gd name="connsiteX9" fmla="*/ 5283387 w 5283459"/>
              <a:gd name="connsiteY9" fmla="*/ 2288814 h 4993411"/>
              <a:gd name="connsiteX10" fmla="*/ 3863686 w 5283459"/>
              <a:gd name="connsiteY10" fmla="*/ 2811641 h 4993411"/>
              <a:gd name="connsiteX11" fmla="*/ 4828315 w 5283459"/>
              <a:gd name="connsiteY11" fmla="*/ 3987432 h 4993411"/>
              <a:gd name="connsiteX12" fmla="*/ 3163959 w 5283459"/>
              <a:gd name="connsiteY12" fmla="*/ 3382797 h 4993411"/>
              <a:gd name="connsiteX13" fmla="*/ 3087331 w 5283459"/>
              <a:gd name="connsiteY13" fmla="*/ 4992275 h 4993411"/>
              <a:gd name="connsiteX14" fmla="*/ 2321840 w 5283459"/>
              <a:gd name="connsiteY14" fmla="*/ 3521052 h 4993411"/>
              <a:gd name="connsiteX15" fmla="*/ 1092966 w 5283459"/>
              <a:gd name="connsiteY15" fmla="*/ 4437056 h 4993411"/>
              <a:gd name="connsiteX16" fmla="*/ 1577328 w 5283459"/>
              <a:gd name="connsiteY16" fmla="*/ 2981795 h 4993411"/>
              <a:gd name="connsiteX17" fmla="*/ 1 w 5283459"/>
              <a:gd name="connsiteY17" fmla="*/ 2871567 h 4993411"/>
              <a:gd name="connsiteX0" fmla="*/ 1 w 5283459"/>
              <a:gd name="connsiteY0" fmla="*/ 2871567 h 4993409"/>
              <a:gd name="connsiteX1" fmla="*/ 1612943 w 5283459"/>
              <a:gd name="connsiteY1" fmla="*/ 2131595 h 4993409"/>
              <a:gd name="connsiteX2" fmla="*/ 485508 w 5283459"/>
              <a:gd name="connsiteY2" fmla="*/ 933726 h 4993409"/>
              <a:gd name="connsiteX3" fmla="*/ 2253602 w 5283459"/>
              <a:gd name="connsiteY3" fmla="*/ 1457047 h 4993409"/>
              <a:gd name="connsiteX4" fmla="*/ 2767495 w 5283459"/>
              <a:gd name="connsiteY4" fmla="*/ 0 h 4993409"/>
              <a:gd name="connsiteX5" fmla="*/ 3119650 w 5283459"/>
              <a:gd name="connsiteY5" fmla="*/ 1641633 h 4993409"/>
              <a:gd name="connsiteX6" fmla="*/ 4668546 w 5283459"/>
              <a:gd name="connsiteY6" fmla="*/ 557980 h 4993409"/>
              <a:gd name="connsiteX7" fmla="*/ 4566662 w 5283459"/>
              <a:gd name="connsiteY7" fmla="*/ 855782 h 4993409"/>
              <a:gd name="connsiteX8" fmla="*/ 3783552 w 5283459"/>
              <a:gd name="connsiteY8" fmla="*/ 2109324 h 4993409"/>
              <a:gd name="connsiteX9" fmla="*/ 5283387 w 5283459"/>
              <a:gd name="connsiteY9" fmla="*/ 2288814 h 4993409"/>
              <a:gd name="connsiteX10" fmla="*/ 3863686 w 5283459"/>
              <a:gd name="connsiteY10" fmla="*/ 2811641 h 4993409"/>
              <a:gd name="connsiteX11" fmla="*/ 4828315 w 5283459"/>
              <a:gd name="connsiteY11" fmla="*/ 3987432 h 4993409"/>
              <a:gd name="connsiteX12" fmla="*/ 3163959 w 5283459"/>
              <a:gd name="connsiteY12" fmla="*/ 3382797 h 4993409"/>
              <a:gd name="connsiteX13" fmla="*/ 3087331 w 5283459"/>
              <a:gd name="connsiteY13" fmla="*/ 4992275 h 4993409"/>
              <a:gd name="connsiteX14" fmla="*/ 2321840 w 5283459"/>
              <a:gd name="connsiteY14" fmla="*/ 3521052 h 4993409"/>
              <a:gd name="connsiteX15" fmla="*/ 1092966 w 5283459"/>
              <a:gd name="connsiteY15" fmla="*/ 4437056 h 4993409"/>
              <a:gd name="connsiteX16" fmla="*/ 1577328 w 5283459"/>
              <a:gd name="connsiteY16" fmla="*/ 2981795 h 4993409"/>
              <a:gd name="connsiteX17" fmla="*/ 1 w 5283459"/>
              <a:gd name="connsiteY17" fmla="*/ 2871567 h 4993409"/>
              <a:gd name="connsiteX0" fmla="*/ 1 w 5283459"/>
              <a:gd name="connsiteY0" fmla="*/ 2871567 h 4993409"/>
              <a:gd name="connsiteX1" fmla="*/ 1612943 w 5283459"/>
              <a:gd name="connsiteY1" fmla="*/ 2131595 h 4993409"/>
              <a:gd name="connsiteX2" fmla="*/ 485508 w 5283459"/>
              <a:gd name="connsiteY2" fmla="*/ 933726 h 4993409"/>
              <a:gd name="connsiteX3" fmla="*/ 2253602 w 5283459"/>
              <a:gd name="connsiteY3" fmla="*/ 1457047 h 4993409"/>
              <a:gd name="connsiteX4" fmla="*/ 2767495 w 5283459"/>
              <a:gd name="connsiteY4" fmla="*/ 0 h 4993409"/>
              <a:gd name="connsiteX5" fmla="*/ 3119650 w 5283459"/>
              <a:gd name="connsiteY5" fmla="*/ 1641633 h 4993409"/>
              <a:gd name="connsiteX6" fmla="*/ 4668546 w 5283459"/>
              <a:gd name="connsiteY6" fmla="*/ 557980 h 4993409"/>
              <a:gd name="connsiteX7" fmla="*/ 4566662 w 5283459"/>
              <a:gd name="connsiteY7" fmla="*/ 855782 h 4993409"/>
              <a:gd name="connsiteX8" fmla="*/ 3783552 w 5283459"/>
              <a:gd name="connsiteY8" fmla="*/ 2109324 h 4993409"/>
              <a:gd name="connsiteX9" fmla="*/ 5283387 w 5283459"/>
              <a:gd name="connsiteY9" fmla="*/ 2288814 h 4993409"/>
              <a:gd name="connsiteX10" fmla="*/ 3863686 w 5283459"/>
              <a:gd name="connsiteY10" fmla="*/ 2811641 h 4993409"/>
              <a:gd name="connsiteX11" fmla="*/ 4828315 w 5283459"/>
              <a:gd name="connsiteY11" fmla="*/ 3987432 h 4993409"/>
              <a:gd name="connsiteX12" fmla="*/ 3163959 w 5283459"/>
              <a:gd name="connsiteY12" fmla="*/ 3382797 h 4993409"/>
              <a:gd name="connsiteX13" fmla="*/ 3087331 w 5283459"/>
              <a:gd name="connsiteY13" fmla="*/ 4992275 h 4993409"/>
              <a:gd name="connsiteX14" fmla="*/ 2321840 w 5283459"/>
              <a:gd name="connsiteY14" fmla="*/ 3521052 h 4993409"/>
              <a:gd name="connsiteX15" fmla="*/ 1092966 w 5283459"/>
              <a:gd name="connsiteY15" fmla="*/ 4437056 h 4993409"/>
              <a:gd name="connsiteX16" fmla="*/ 1577328 w 5283459"/>
              <a:gd name="connsiteY16" fmla="*/ 2981795 h 4993409"/>
              <a:gd name="connsiteX17" fmla="*/ 1 w 5283459"/>
              <a:gd name="connsiteY17" fmla="*/ 2871567 h 4993409"/>
              <a:gd name="connsiteX0" fmla="*/ 1 w 5283459"/>
              <a:gd name="connsiteY0" fmla="*/ 2871567 h 4993409"/>
              <a:gd name="connsiteX1" fmla="*/ 1612943 w 5283459"/>
              <a:gd name="connsiteY1" fmla="*/ 2131595 h 4993409"/>
              <a:gd name="connsiteX2" fmla="*/ 485508 w 5283459"/>
              <a:gd name="connsiteY2" fmla="*/ 933726 h 4993409"/>
              <a:gd name="connsiteX3" fmla="*/ 2180755 w 5283459"/>
              <a:gd name="connsiteY3" fmla="*/ 1529671 h 4993409"/>
              <a:gd name="connsiteX4" fmla="*/ 2767495 w 5283459"/>
              <a:gd name="connsiteY4" fmla="*/ 0 h 4993409"/>
              <a:gd name="connsiteX5" fmla="*/ 3119650 w 5283459"/>
              <a:gd name="connsiteY5" fmla="*/ 1641633 h 4993409"/>
              <a:gd name="connsiteX6" fmla="*/ 4668546 w 5283459"/>
              <a:gd name="connsiteY6" fmla="*/ 557980 h 4993409"/>
              <a:gd name="connsiteX7" fmla="*/ 4566662 w 5283459"/>
              <a:gd name="connsiteY7" fmla="*/ 855782 h 4993409"/>
              <a:gd name="connsiteX8" fmla="*/ 3783552 w 5283459"/>
              <a:gd name="connsiteY8" fmla="*/ 2109324 h 4993409"/>
              <a:gd name="connsiteX9" fmla="*/ 5283387 w 5283459"/>
              <a:gd name="connsiteY9" fmla="*/ 2288814 h 4993409"/>
              <a:gd name="connsiteX10" fmla="*/ 3863686 w 5283459"/>
              <a:gd name="connsiteY10" fmla="*/ 2811641 h 4993409"/>
              <a:gd name="connsiteX11" fmla="*/ 4828315 w 5283459"/>
              <a:gd name="connsiteY11" fmla="*/ 3987432 h 4993409"/>
              <a:gd name="connsiteX12" fmla="*/ 3163959 w 5283459"/>
              <a:gd name="connsiteY12" fmla="*/ 3382797 h 4993409"/>
              <a:gd name="connsiteX13" fmla="*/ 3087331 w 5283459"/>
              <a:gd name="connsiteY13" fmla="*/ 4992275 h 4993409"/>
              <a:gd name="connsiteX14" fmla="*/ 2321840 w 5283459"/>
              <a:gd name="connsiteY14" fmla="*/ 3521052 h 4993409"/>
              <a:gd name="connsiteX15" fmla="*/ 1092966 w 5283459"/>
              <a:gd name="connsiteY15" fmla="*/ 4437056 h 4993409"/>
              <a:gd name="connsiteX16" fmla="*/ 1577328 w 5283459"/>
              <a:gd name="connsiteY16" fmla="*/ 2981795 h 4993409"/>
              <a:gd name="connsiteX17" fmla="*/ 1 w 5283459"/>
              <a:gd name="connsiteY17" fmla="*/ 2871567 h 4993409"/>
              <a:gd name="connsiteX0" fmla="*/ 1 w 5283459"/>
              <a:gd name="connsiteY0" fmla="*/ 2939586 h 5061428"/>
              <a:gd name="connsiteX1" fmla="*/ 1612943 w 5283459"/>
              <a:gd name="connsiteY1" fmla="*/ 2199614 h 5061428"/>
              <a:gd name="connsiteX2" fmla="*/ 485508 w 5283459"/>
              <a:gd name="connsiteY2" fmla="*/ 1001745 h 5061428"/>
              <a:gd name="connsiteX3" fmla="*/ 2180755 w 5283459"/>
              <a:gd name="connsiteY3" fmla="*/ 1597690 h 5061428"/>
              <a:gd name="connsiteX4" fmla="*/ 2534370 w 5283459"/>
              <a:gd name="connsiteY4" fmla="*/ 595651 h 5061428"/>
              <a:gd name="connsiteX5" fmla="*/ 2767495 w 5283459"/>
              <a:gd name="connsiteY5" fmla="*/ 68019 h 5061428"/>
              <a:gd name="connsiteX6" fmla="*/ 3119650 w 5283459"/>
              <a:gd name="connsiteY6" fmla="*/ 1709652 h 5061428"/>
              <a:gd name="connsiteX7" fmla="*/ 4668546 w 5283459"/>
              <a:gd name="connsiteY7" fmla="*/ 625999 h 5061428"/>
              <a:gd name="connsiteX8" fmla="*/ 4566662 w 5283459"/>
              <a:gd name="connsiteY8" fmla="*/ 923801 h 5061428"/>
              <a:gd name="connsiteX9" fmla="*/ 3783552 w 5283459"/>
              <a:gd name="connsiteY9" fmla="*/ 2177343 h 5061428"/>
              <a:gd name="connsiteX10" fmla="*/ 5283387 w 5283459"/>
              <a:gd name="connsiteY10" fmla="*/ 2356833 h 5061428"/>
              <a:gd name="connsiteX11" fmla="*/ 3863686 w 5283459"/>
              <a:gd name="connsiteY11" fmla="*/ 2879660 h 5061428"/>
              <a:gd name="connsiteX12" fmla="*/ 4828315 w 5283459"/>
              <a:gd name="connsiteY12" fmla="*/ 4055451 h 5061428"/>
              <a:gd name="connsiteX13" fmla="*/ 3163959 w 5283459"/>
              <a:gd name="connsiteY13" fmla="*/ 3450816 h 5061428"/>
              <a:gd name="connsiteX14" fmla="*/ 3087331 w 5283459"/>
              <a:gd name="connsiteY14" fmla="*/ 5060294 h 5061428"/>
              <a:gd name="connsiteX15" fmla="*/ 2321840 w 5283459"/>
              <a:gd name="connsiteY15" fmla="*/ 3589071 h 5061428"/>
              <a:gd name="connsiteX16" fmla="*/ 1092966 w 5283459"/>
              <a:gd name="connsiteY16" fmla="*/ 4505075 h 5061428"/>
              <a:gd name="connsiteX17" fmla="*/ 1577328 w 5283459"/>
              <a:gd name="connsiteY17" fmla="*/ 3049814 h 5061428"/>
              <a:gd name="connsiteX18" fmla="*/ 1 w 5283459"/>
              <a:gd name="connsiteY18" fmla="*/ 2939586 h 5061428"/>
              <a:gd name="connsiteX0" fmla="*/ 1 w 5283459"/>
              <a:gd name="connsiteY0" fmla="*/ 2939586 h 5061428"/>
              <a:gd name="connsiteX1" fmla="*/ 1612943 w 5283459"/>
              <a:gd name="connsiteY1" fmla="*/ 2199614 h 5061428"/>
              <a:gd name="connsiteX2" fmla="*/ 485508 w 5283459"/>
              <a:gd name="connsiteY2" fmla="*/ 1001745 h 5061428"/>
              <a:gd name="connsiteX3" fmla="*/ 2180755 w 5283459"/>
              <a:gd name="connsiteY3" fmla="*/ 1597690 h 5061428"/>
              <a:gd name="connsiteX4" fmla="*/ 2534370 w 5283459"/>
              <a:gd name="connsiteY4" fmla="*/ 595651 h 5061428"/>
              <a:gd name="connsiteX5" fmla="*/ 2767495 w 5283459"/>
              <a:gd name="connsiteY5" fmla="*/ 68019 h 5061428"/>
              <a:gd name="connsiteX6" fmla="*/ 3119650 w 5283459"/>
              <a:gd name="connsiteY6" fmla="*/ 1709652 h 5061428"/>
              <a:gd name="connsiteX7" fmla="*/ 4668546 w 5283459"/>
              <a:gd name="connsiteY7" fmla="*/ 625999 h 5061428"/>
              <a:gd name="connsiteX8" fmla="*/ 4566662 w 5283459"/>
              <a:gd name="connsiteY8" fmla="*/ 923801 h 5061428"/>
              <a:gd name="connsiteX9" fmla="*/ 3783552 w 5283459"/>
              <a:gd name="connsiteY9" fmla="*/ 2177343 h 5061428"/>
              <a:gd name="connsiteX10" fmla="*/ 5283387 w 5283459"/>
              <a:gd name="connsiteY10" fmla="*/ 2356833 h 5061428"/>
              <a:gd name="connsiteX11" fmla="*/ 3863686 w 5283459"/>
              <a:gd name="connsiteY11" fmla="*/ 2879660 h 5061428"/>
              <a:gd name="connsiteX12" fmla="*/ 4828315 w 5283459"/>
              <a:gd name="connsiteY12" fmla="*/ 4055451 h 5061428"/>
              <a:gd name="connsiteX13" fmla="*/ 3163959 w 5283459"/>
              <a:gd name="connsiteY13" fmla="*/ 3450816 h 5061428"/>
              <a:gd name="connsiteX14" fmla="*/ 3087331 w 5283459"/>
              <a:gd name="connsiteY14" fmla="*/ 5060294 h 5061428"/>
              <a:gd name="connsiteX15" fmla="*/ 2321840 w 5283459"/>
              <a:gd name="connsiteY15" fmla="*/ 3589071 h 5061428"/>
              <a:gd name="connsiteX16" fmla="*/ 1092966 w 5283459"/>
              <a:gd name="connsiteY16" fmla="*/ 4505075 h 5061428"/>
              <a:gd name="connsiteX17" fmla="*/ 1577328 w 5283459"/>
              <a:gd name="connsiteY17" fmla="*/ 3049814 h 5061428"/>
              <a:gd name="connsiteX18" fmla="*/ 1 w 5283459"/>
              <a:gd name="connsiteY18" fmla="*/ 2939586 h 5061428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3163959 w 5283459"/>
              <a:gd name="connsiteY13" fmla="*/ 3402890 h 5013502"/>
              <a:gd name="connsiteX14" fmla="*/ 3087331 w 5283459"/>
              <a:gd name="connsiteY14" fmla="*/ 5012368 h 5013502"/>
              <a:gd name="connsiteX15" fmla="*/ 2321840 w 5283459"/>
              <a:gd name="connsiteY15" fmla="*/ 3541145 h 5013502"/>
              <a:gd name="connsiteX16" fmla="*/ 1092966 w 5283459"/>
              <a:gd name="connsiteY16" fmla="*/ 4457149 h 5013502"/>
              <a:gd name="connsiteX17" fmla="*/ 1577328 w 5283459"/>
              <a:gd name="connsiteY17" fmla="*/ 3001888 h 5013502"/>
              <a:gd name="connsiteX18" fmla="*/ 1 w 5283459"/>
              <a:gd name="connsiteY18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94311 w 5283459"/>
              <a:gd name="connsiteY13" fmla="*/ 4082278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498"/>
              <a:gd name="connsiteX1" fmla="*/ 1612943 w 5283459"/>
              <a:gd name="connsiteY1" fmla="*/ 2151688 h 5013498"/>
              <a:gd name="connsiteX2" fmla="*/ 485508 w 5283459"/>
              <a:gd name="connsiteY2" fmla="*/ 953819 h 5013498"/>
              <a:gd name="connsiteX3" fmla="*/ 2180755 w 5283459"/>
              <a:gd name="connsiteY3" fmla="*/ 1549764 h 5013498"/>
              <a:gd name="connsiteX4" fmla="*/ 2534370 w 5283459"/>
              <a:gd name="connsiteY4" fmla="*/ 547725 h 5013498"/>
              <a:gd name="connsiteX5" fmla="*/ 2767495 w 5283459"/>
              <a:gd name="connsiteY5" fmla="*/ 20093 h 5013498"/>
              <a:gd name="connsiteX6" fmla="*/ 3119650 w 5283459"/>
              <a:gd name="connsiteY6" fmla="*/ 1661726 h 5013498"/>
              <a:gd name="connsiteX7" fmla="*/ 4668546 w 5283459"/>
              <a:gd name="connsiteY7" fmla="*/ 578073 h 5013498"/>
              <a:gd name="connsiteX8" fmla="*/ 4566662 w 5283459"/>
              <a:gd name="connsiteY8" fmla="*/ 875875 h 5013498"/>
              <a:gd name="connsiteX9" fmla="*/ 3783552 w 5283459"/>
              <a:gd name="connsiteY9" fmla="*/ 2129417 h 5013498"/>
              <a:gd name="connsiteX10" fmla="*/ 5283387 w 5283459"/>
              <a:gd name="connsiteY10" fmla="*/ 2308907 h 5013498"/>
              <a:gd name="connsiteX11" fmla="*/ 3863686 w 5283459"/>
              <a:gd name="connsiteY11" fmla="*/ 2831734 h 5013498"/>
              <a:gd name="connsiteX12" fmla="*/ 4828315 w 5283459"/>
              <a:gd name="connsiteY12" fmla="*/ 4007525 h 5013498"/>
              <a:gd name="connsiteX13" fmla="*/ 4694311 w 5283459"/>
              <a:gd name="connsiteY13" fmla="*/ 4082278 h 5013498"/>
              <a:gd name="connsiteX14" fmla="*/ 3163959 w 5283459"/>
              <a:gd name="connsiteY14" fmla="*/ 3402890 h 5013498"/>
              <a:gd name="connsiteX15" fmla="*/ 3087331 w 5283459"/>
              <a:gd name="connsiteY15" fmla="*/ 5012368 h 5013498"/>
              <a:gd name="connsiteX16" fmla="*/ 2321840 w 5283459"/>
              <a:gd name="connsiteY16" fmla="*/ 3541145 h 5013498"/>
              <a:gd name="connsiteX17" fmla="*/ 1092966 w 5283459"/>
              <a:gd name="connsiteY17" fmla="*/ 4457149 h 5013498"/>
              <a:gd name="connsiteX18" fmla="*/ 1577328 w 5283459"/>
              <a:gd name="connsiteY18" fmla="*/ 3001888 h 5013498"/>
              <a:gd name="connsiteX19" fmla="*/ 1 w 5283459"/>
              <a:gd name="connsiteY19" fmla="*/ 2891660 h 5013498"/>
              <a:gd name="connsiteX0" fmla="*/ 1 w 5283459"/>
              <a:gd name="connsiteY0" fmla="*/ 2891660 h 5013498"/>
              <a:gd name="connsiteX1" fmla="*/ 1612943 w 5283459"/>
              <a:gd name="connsiteY1" fmla="*/ 2151688 h 5013498"/>
              <a:gd name="connsiteX2" fmla="*/ 485508 w 5283459"/>
              <a:gd name="connsiteY2" fmla="*/ 953819 h 5013498"/>
              <a:gd name="connsiteX3" fmla="*/ 2180755 w 5283459"/>
              <a:gd name="connsiteY3" fmla="*/ 1549764 h 5013498"/>
              <a:gd name="connsiteX4" fmla="*/ 2534370 w 5283459"/>
              <a:gd name="connsiteY4" fmla="*/ 547725 h 5013498"/>
              <a:gd name="connsiteX5" fmla="*/ 2767495 w 5283459"/>
              <a:gd name="connsiteY5" fmla="*/ 20093 h 5013498"/>
              <a:gd name="connsiteX6" fmla="*/ 3119650 w 5283459"/>
              <a:gd name="connsiteY6" fmla="*/ 1661726 h 5013498"/>
              <a:gd name="connsiteX7" fmla="*/ 4668546 w 5283459"/>
              <a:gd name="connsiteY7" fmla="*/ 578073 h 5013498"/>
              <a:gd name="connsiteX8" fmla="*/ 4566662 w 5283459"/>
              <a:gd name="connsiteY8" fmla="*/ 875875 h 5013498"/>
              <a:gd name="connsiteX9" fmla="*/ 3783552 w 5283459"/>
              <a:gd name="connsiteY9" fmla="*/ 2129417 h 5013498"/>
              <a:gd name="connsiteX10" fmla="*/ 5283387 w 5283459"/>
              <a:gd name="connsiteY10" fmla="*/ 2308907 h 5013498"/>
              <a:gd name="connsiteX11" fmla="*/ 3863686 w 5283459"/>
              <a:gd name="connsiteY11" fmla="*/ 2831734 h 5013498"/>
              <a:gd name="connsiteX12" fmla="*/ 4828315 w 5283459"/>
              <a:gd name="connsiteY12" fmla="*/ 4007525 h 5013498"/>
              <a:gd name="connsiteX13" fmla="*/ 4694311 w 5283459"/>
              <a:gd name="connsiteY13" fmla="*/ 4082278 h 5013498"/>
              <a:gd name="connsiteX14" fmla="*/ 3163959 w 5283459"/>
              <a:gd name="connsiteY14" fmla="*/ 3402890 h 5013498"/>
              <a:gd name="connsiteX15" fmla="*/ 3087331 w 5283459"/>
              <a:gd name="connsiteY15" fmla="*/ 5012368 h 5013498"/>
              <a:gd name="connsiteX16" fmla="*/ 2321840 w 5283459"/>
              <a:gd name="connsiteY16" fmla="*/ 3541145 h 5013498"/>
              <a:gd name="connsiteX17" fmla="*/ 1092966 w 5283459"/>
              <a:gd name="connsiteY17" fmla="*/ 4457149 h 5013498"/>
              <a:gd name="connsiteX18" fmla="*/ 1577328 w 5283459"/>
              <a:gd name="connsiteY18" fmla="*/ 3001888 h 5013498"/>
              <a:gd name="connsiteX19" fmla="*/ 1 w 5283459"/>
              <a:gd name="connsiteY19" fmla="*/ 2891660 h 5013498"/>
            </a:gdLst>
            <a:rect l="l" t="t" r="r" b="b"/>
            <a:pathLst>
              <a:path w="5283459" h="5013498">
                <a:moveTo>
                  <a:pt x="1" y="2891660"/>
                </a:moveTo>
                <a:cubicBezTo>
                  <a:pt x="421402" y="2605038"/>
                  <a:pt x="1175071" y="2362267"/>
                  <a:pt x="1612943" y="2151688"/>
                </a:cubicBezTo>
                <a:cubicBezTo>
                  <a:pt x="1425135" y="1952100"/>
                  <a:pt x="548845" y="1144911"/>
                  <a:pt x="485508" y="953819"/>
                </a:cubicBezTo>
                <a:cubicBezTo>
                  <a:pt x="427904" y="900429"/>
                  <a:pt x="2084153" y="1530900"/>
                  <a:pt x="2180755" y="1549764"/>
                </a:cubicBezTo>
                <a:cubicBezTo>
                  <a:pt x="2277889" y="1527089"/>
                  <a:pt x="2436580" y="802670"/>
                  <a:pt x="2534370" y="547725"/>
                </a:cubicBezTo>
                <a:cubicBezTo>
                  <a:pt x="2632160" y="292780"/>
                  <a:pt x="2737746" y="-92410"/>
                  <a:pt x="2767495" y="20093"/>
                </a:cubicBezTo>
                <a:cubicBezTo>
                  <a:pt x="2961050" y="599763"/>
                  <a:pt x="2993754" y="1272211"/>
                  <a:pt x="3119650" y="1661726"/>
                </a:cubicBezTo>
                <a:cubicBezTo>
                  <a:pt x="3607738" y="1302543"/>
                  <a:pt x="4483716" y="544360"/>
                  <a:pt x="4668546" y="578073"/>
                </a:cubicBezTo>
                <a:cubicBezTo>
                  <a:pt x="4748271" y="558769"/>
                  <a:pt x="4702521" y="681319"/>
                  <a:pt x="4566662" y="875875"/>
                </a:cubicBezTo>
                <a:cubicBezTo>
                  <a:pt x="4449964" y="1053206"/>
                  <a:pt x="3900250" y="1952086"/>
                  <a:pt x="3783552" y="2129417"/>
                </a:cubicBezTo>
                <a:cubicBezTo>
                  <a:pt x="4118941" y="2172370"/>
                  <a:pt x="5151874" y="2205688"/>
                  <a:pt x="5283387" y="2308907"/>
                </a:cubicBezTo>
                <a:cubicBezTo>
                  <a:pt x="5292719" y="2451144"/>
                  <a:pt x="4403169" y="2588018"/>
                  <a:pt x="3863686" y="2831734"/>
                </a:cubicBezTo>
                <a:cubicBezTo>
                  <a:pt x="4058045" y="3075911"/>
                  <a:pt x="4536177" y="3608438"/>
                  <a:pt x="4828315" y="4007525"/>
                </a:cubicBezTo>
                <a:cubicBezTo>
                  <a:pt x="4911639" y="4126610"/>
                  <a:pt x="4971704" y="4183050"/>
                  <a:pt x="4694311" y="4082278"/>
                </a:cubicBezTo>
                <a:cubicBezTo>
                  <a:pt x="4416918" y="3981506"/>
                  <a:pt x="3318923" y="3462909"/>
                  <a:pt x="3163959" y="3402890"/>
                </a:cubicBezTo>
                <a:cubicBezTo>
                  <a:pt x="3117583" y="3718197"/>
                  <a:pt x="3168162" y="4723566"/>
                  <a:pt x="3087331" y="5012368"/>
                </a:cubicBezTo>
                <a:cubicBezTo>
                  <a:pt x="2951036" y="5060838"/>
                  <a:pt x="2342026" y="3535238"/>
                  <a:pt x="2321840" y="3541145"/>
                </a:cubicBezTo>
                <a:cubicBezTo>
                  <a:pt x="2151792" y="3590905"/>
                  <a:pt x="1238296" y="4593232"/>
                  <a:pt x="1092966" y="4457149"/>
                </a:cubicBezTo>
                <a:cubicBezTo>
                  <a:pt x="1167837" y="3979267"/>
                  <a:pt x="1449412" y="3441881"/>
                  <a:pt x="1577328" y="3001888"/>
                </a:cubicBezTo>
                <a:cubicBezTo>
                  <a:pt x="1489335" y="2930557"/>
                  <a:pt x="52036" y="3028476"/>
                  <a:pt x="1" y="2891660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0791" y="646981"/>
            <a:ext cx="3924475" cy="177482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00791" y="2437418"/>
            <a:ext cx="3924475" cy="361590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7" name="Picture Placeholder 6">
            <a:extLst xmlns:a="http://schemas.openxmlformats.org/drawingml/2006/main">
              <a:ext uri="{FF2B5EF4-FFF2-40B4-BE49-F238E27FC236}">
                <a16:creationId xmlns:a16="http://schemas.microsoft.com/office/drawing/2014/main" id="{1D1D621C-D743-9FD4-3A9F-E53834521BDD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5630779" y="1"/>
            <a:ext cx="6561221" cy="6857999"/>
          </a:xfrm>
          <a:custGeom xmlns:a="http://schemas.openxmlformats.org/drawingml/2006/main">
            <a:gdLst>
              <a:gd name="connsiteX0" fmla="*/ 163902 w 6576203"/>
              <a:gd name="connsiteY0" fmla="*/ 0 h 6857999"/>
              <a:gd name="connsiteX1" fmla="*/ 6576203 w 6576203"/>
              <a:gd name="connsiteY1" fmla="*/ 0 h 6857999"/>
              <a:gd name="connsiteX2" fmla="*/ 6576203 w 6576203"/>
              <a:gd name="connsiteY2" fmla="*/ 6857999 h 6857999"/>
              <a:gd name="connsiteX3" fmla="*/ 0 w 6576203"/>
              <a:gd name="connsiteY3" fmla="*/ 6857999 h 6857999"/>
              <a:gd name="connsiteX4" fmla="*/ 163902 w 6576203"/>
              <a:gd name="connsiteY4" fmla="*/ 0 h 6857999"/>
            </a:gdLst>
            <a:rect l="l" t="t" r="r" b="b"/>
            <a:pathLst>
              <a:path w="6576203" h="6857999">
                <a:moveTo>
                  <a:pt x="163902" y="0"/>
                </a:moveTo>
                <a:lnTo>
                  <a:pt x="6576203" y="0"/>
                </a:lnTo>
                <a:lnTo>
                  <a:pt x="6576203" y="6857999"/>
                </a:lnTo>
                <a:lnTo>
                  <a:pt x="0" y="6857999"/>
                </a:lnTo>
                <a:cubicBezTo>
                  <a:pt x="129396" y="5080957"/>
                  <a:pt x="-17253" y="1388853"/>
                  <a:pt x="163902" y="0"/>
                </a:cubicBez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bb46d9ac8484aca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00790" y="6341919"/>
            <a:ext cx="2649449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350239" y="6356350"/>
            <a:ext cx="12671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4799288" y="6356350"/>
            <a:ext cx="491834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0790" y="530973"/>
            <a:ext cx="5395210" cy="145651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00790" y="2003099"/>
            <a:ext cx="5395210" cy="40167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16" name="Picture Placeholder 6">
            <a:extLst xmlns:a="http://schemas.openxmlformats.org/drawingml/2006/main">
              <a:ext uri="{FF2B5EF4-FFF2-40B4-BE49-F238E27FC236}">
                <a16:creationId xmlns:a16="http://schemas.microsoft.com/office/drawing/2014/main" id="{F7C14F03-5F69-CD7A-5E41-41F01F7E1B25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 rot="21445552">
            <a:off x="6850601" y="1238846"/>
            <a:ext cx="4920503" cy="5710219"/>
          </a:xfrm>
          <a:custGeom xmlns:a="http://schemas.openxmlformats.org/drawingml/2006/main">
            <a:gdLst>
              <a:gd name="connsiteX0" fmla="*/ 411479 w 4071298"/>
              <a:gd name="connsiteY0" fmla="*/ 0 h 4927971"/>
              <a:gd name="connsiteX1" fmla="*/ 4066810 w 4071298"/>
              <a:gd name="connsiteY1" fmla="*/ 297084 h 4927971"/>
              <a:gd name="connsiteX2" fmla="*/ 3830054 w 4071298"/>
              <a:gd name="connsiteY2" fmla="*/ 3228906 h 4927971"/>
              <a:gd name="connsiteX3" fmla="*/ 3682055 w 4071298"/>
              <a:gd name="connsiteY3" fmla="*/ 4820224 h 4927971"/>
              <a:gd name="connsiteX4" fmla="*/ 3667113 w 4071298"/>
              <a:gd name="connsiteY4" fmla="*/ 4927971 h 4927971"/>
              <a:gd name="connsiteX5" fmla="*/ 0 w 4071298"/>
              <a:gd name="connsiteY5" fmla="*/ 4680097 h 4927971"/>
              <a:gd name="connsiteX6" fmla="*/ 411479 w 4071298"/>
              <a:gd name="connsiteY6" fmla="*/ 0 h 4927971"/>
            </a:gdLst>
            <a:rect l="l" t="t" r="r" b="b"/>
            <a:pathLst>
              <a:path w="4071298" h="4927971">
                <a:moveTo>
                  <a:pt x="411479" y="0"/>
                </a:moveTo>
                <a:lnTo>
                  <a:pt x="4066810" y="297084"/>
                </a:lnTo>
                <a:cubicBezTo>
                  <a:pt x="4106050" y="347981"/>
                  <a:pt x="3876383" y="2404020"/>
                  <a:pt x="3830054" y="3228906"/>
                </a:cubicBezTo>
                <a:cubicBezTo>
                  <a:pt x="3794913" y="3746516"/>
                  <a:pt x="3746275" y="4289908"/>
                  <a:pt x="3682055" y="4820224"/>
                </a:cubicBezTo>
                <a:lnTo>
                  <a:pt x="3667113" y="4927971"/>
                </a:lnTo>
                <a:lnTo>
                  <a:pt x="0" y="4680097"/>
                </a:lnTo>
                <a:cubicBezTo>
                  <a:pt x="63787" y="3377506"/>
                  <a:pt x="224565" y="1779657"/>
                  <a:pt x="411479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41d2cd3e23ac42bb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 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294911" y="6356350"/>
            <a:ext cx="1801089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37920" y="6356350"/>
            <a:ext cx="547255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17" name="Freeform: Shape 16">
            <a:extLst xmlns:a="http://schemas.openxmlformats.org/drawingml/2006/main">
              <a:ext uri="{FF2B5EF4-FFF2-40B4-BE49-F238E27FC236}">
                <a16:creationId xmlns:a16="http://schemas.microsoft.com/office/drawing/2014/main" id="{CCAB591D-BAA9-AC99-31C1-486B4E50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950976">
            <a:off x="10293274" y="488579"/>
            <a:ext cx="1998763" cy="950307"/>
          </a:xfrm>
          <a:custGeom xmlns:a="http://schemas.openxmlformats.org/drawingml/2006/main">
            <a:gdLst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08042 w 2817833"/>
              <a:gd name="connsiteY5" fmla="*/ 911500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92762 w 2869434"/>
              <a:gd name="connsiteY0" fmla="*/ 1376350 h 1592824"/>
              <a:gd name="connsiteX1" fmla="*/ 64066 w 2869434"/>
              <a:gd name="connsiteY1" fmla="*/ 322098 h 1592824"/>
              <a:gd name="connsiteX2" fmla="*/ 35636 w 2869434"/>
              <a:gd name="connsiteY2" fmla="*/ 34843 h 1592824"/>
              <a:gd name="connsiteX3" fmla="*/ 598438 w 2869434"/>
              <a:gd name="connsiteY3" fmla="*/ 0 h 1592824"/>
              <a:gd name="connsiteX4" fmla="*/ 616870 w 2869434"/>
              <a:gd name="connsiteY4" fmla="*/ 142333 h 1592824"/>
              <a:gd name="connsiteX5" fmla="*/ 1018552 w 2869434"/>
              <a:gd name="connsiteY5" fmla="*/ 820783 h 1592824"/>
              <a:gd name="connsiteX6" fmla="*/ 1875360 w 2869434"/>
              <a:gd name="connsiteY6" fmla="*/ 900808 h 1592824"/>
              <a:gd name="connsiteX7" fmla="*/ 2216182 w 2869434"/>
              <a:gd name="connsiteY7" fmla="*/ 555673 h 1592824"/>
              <a:gd name="connsiteX8" fmla="*/ 2234960 w 2869434"/>
              <a:gd name="connsiteY8" fmla="*/ 23807 h 1592824"/>
              <a:gd name="connsiteX9" fmla="*/ 2817529 w 2869434"/>
              <a:gd name="connsiteY9" fmla="*/ 32281 h 1592824"/>
              <a:gd name="connsiteX10" fmla="*/ 2868923 w 2869434"/>
              <a:gd name="connsiteY10" fmla="*/ 392308 h 1592824"/>
              <a:gd name="connsiteX11" fmla="*/ 2694148 w 2869434"/>
              <a:gd name="connsiteY11" fmla="*/ 1073395 h 1592824"/>
              <a:gd name="connsiteX12" fmla="*/ 2102493 w 2869434"/>
              <a:gd name="connsiteY12" fmla="*/ 1538808 h 1592824"/>
              <a:gd name="connsiteX13" fmla="*/ 832178 w 2869434"/>
              <a:gd name="connsiteY13" fmla="*/ 1452272 h 1592824"/>
              <a:gd name="connsiteX14" fmla="*/ 692762 w 2869434"/>
              <a:gd name="connsiteY14" fmla="*/ 1376350 h 1592824"/>
              <a:gd name="connsiteX0" fmla="*/ 676240 w 2852912"/>
              <a:gd name="connsiteY0" fmla="*/ 1376350 h 1592824"/>
              <a:gd name="connsiteX1" fmla="*/ 81309 w 2852912"/>
              <a:gd name="connsiteY1" fmla="*/ 436393 h 1592824"/>
              <a:gd name="connsiteX2" fmla="*/ 19114 w 2852912"/>
              <a:gd name="connsiteY2" fmla="*/ 34843 h 1592824"/>
              <a:gd name="connsiteX3" fmla="*/ 581916 w 2852912"/>
              <a:gd name="connsiteY3" fmla="*/ 0 h 1592824"/>
              <a:gd name="connsiteX4" fmla="*/ 600348 w 2852912"/>
              <a:gd name="connsiteY4" fmla="*/ 142333 h 1592824"/>
              <a:gd name="connsiteX5" fmla="*/ 1002030 w 2852912"/>
              <a:gd name="connsiteY5" fmla="*/ 820783 h 1592824"/>
              <a:gd name="connsiteX6" fmla="*/ 1858838 w 2852912"/>
              <a:gd name="connsiteY6" fmla="*/ 900808 h 1592824"/>
              <a:gd name="connsiteX7" fmla="*/ 2199660 w 2852912"/>
              <a:gd name="connsiteY7" fmla="*/ 555673 h 1592824"/>
              <a:gd name="connsiteX8" fmla="*/ 2218438 w 2852912"/>
              <a:gd name="connsiteY8" fmla="*/ 23807 h 1592824"/>
              <a:gd name="connsiteX9" fmla="*/ 2801007 w 2852912"/>
              <a:gd name="connsiteY9" fmla="*/ 32281 h 1592824"/>
              <a:gd name="connsiteX10" fmla="*/ 2852401 w 2852912"/>
              <a:gd name="connsiteY10" fmla="*/ 392308 h 1592824"/>
              <a:gd name="connsiteX11" fmla="*/ 2677626 w 2852912"/>
              <a:gd name="connsiteY11" fmla="*/ 1073395 h 1592824"/>
              <a:gd name="connsiteX12" fmla="*/ 2085971 w 2852912"/>
              <a:gd name="connsiteY12" fmla="*/ 1538808 h 1592824"/>
              <a:gd name="connsiteX13" fmla="*/ 815656 w 2852912"/>
              <a:gd name="connsiteY13" fmla="*/ 1452272 h 1592824"/>
              <a:gd name="connsiteX14" fmla="*/ 676240 w 2852912"/>
              <a:gd name="connsiteY14" fmla="*/ 1376350 h 1592824"/>
              <a:gd name="connsiteX0" fmla="*/ 665403 w 2842075"/>
              <a:gd name="connsiteY0" fmla="*/ 1376350 h 1592824"/>
              <a:gd name="connsiteX1" fmla="*/ 70472 w 2842075"/>
              <a:gd name="connsiteY1" fmla="*/ 436393 h 1592824"/>
              <a:gd name="connsiteX2" fmla="*/ 8277 w 2842075"/>
              <a:gd name="connsiteY2" fmla="*/ 34843 h 1592824"/>
              <a:gd name="connsiteX3" fmla="*/ 571079 w 2842075"/>
              <a:gd name="connsiteY3" fmla="*/ 0 h 1592824"/>
              <a:gd name="connsiteX4" fmla="*/ 589511 w 2842075"/>
              <a:gd name="connsiteY4" fmla="*/ 142333 h 1592824"/>
              <a:gd name="connsiteX5" fmla="*/ 991193 w 2842075"/>
              <a:gd name="connsiteY5" fmla="*/ 820783 h 1592824"/>
              <a:gd name="connsiteX6" fmla="*/ 1848001 w 2842075"/>
              <a:gd name="connsiteY6" fmla="*/ 900808 h 1592824"/>
              <a:gd name="connsiteX7" fmla="*/ 2188823 w 2842075"/>
              <a:gd name="connsiteY7" fmla="*/ 555673 h 1592824"/>
              <a:gd name="connsiteX8" fmla="*/ 2207601 w 2842075"/>
              <a:gd name="connsiteY8" fmla="*/ 23807 h 1592824"/>
              <a:gd name="connsiteX9" fmla="*/ 2790170 w 2842075"/>
              <a:gd name="connsiteY9" fmla="*/ 32281 h 1592824"/>
              <a:gd name="connsiteX10" fmla="*/ 2841564 w 2842075"/>
              <a:gd name="connsiteY10" fmla="*/ 392308 h 1592824"/>
              <a:gd name="connsiteX11" fmla="*/ 2666789 w 2842075"/>
              <a:gd name="connsiteY11" fmla="*/ 1073395 h 1592824"/>
              <a:gd name="connsiteX12" fmla="*/ 2075134 w 2842075"/>
              <a:gd name="connsiteY12" fmla="*/ 1538808 h 1592824"/>
              <a:gd name="connsiteX13" fmla="*/ 804819 w 2842075"/>
              <a:gd name="connsiteY13" fmla="*/ 1452272 h 1592824"/>
              <a:gd name="connsiteX14" fmla="*/ 665403 w 2842075"/>
              <a:gd name="connsiteY14" fmla="*/ 1376350 h 1592824"/>
              <a:gd name="connsiteX0" fmla="*/ 657126 w 2833798"/>
              <a:gd name="connsiteY0" fmla="*/ 1376350 h 1592824"/>
              <a:gd name="connsiteX1" fmla="*/ 62195 w 2833798"/>
              <a:gd name="connsiteY1" fmla="*/ 436393 h 1592824"/>
              <a:gd name="connsiteX2" fmla="*/ 0 w 2833798"/>
              <a:gd name="connsiteY2" fmla="*/ 34843 h 1592824"/>
              <a:gd name="connsiteX3" fmla="*/ 562802 w 2833798"/>
              <a:gd name="connsiteY3" fmla="*/ 0 h 1592824"/>
              <a:gd name="connsiteX4" fmla="*/ 581234 w 2833798"/>
              <a:gd name="connsiteY4" fmla="*/ 142333 h 1592824"/>
              <a:gd name="connsiteX5" fmla="*/ 982916 w 2833798"/>
              <a:gd name="connsiteY5" fmla="*/ 820783 h 1592824"/>
              <a:gd name="connsiteX6" fmla="*/ 1839724 w 2833798"/>
              <a:gd name="connsiteY6" fmla="*/ 900808 h 1592824"/>
              <a:gd name="connsiteX7" fmla="*/ 2180546 w 2833798"/>
              <a:gd name="connsiteY7" fmla="*/ 555673 h 1592824"/>
              <a:gd name="connsiteX8" fmla="*/ 2199324 w 2833798"/>
              <a:gd name="connsiteY8" fmla="*/ 23807 h 1592824"/>
              <a:gd name="connsiteX9" fmla="*/ 2781893 w 2833798"/>
              <a:gd name="connsiteY9" fmla="*/ 32281 h 1592824"/>
              <a:gd name="connsiteX10" fmla="*/ 2833287 w 2833798"/>
              <a:gd name="connsiteY10" fmla="*/ 392308 h 1592824"/>
              <a:gd name="connsiteX11" fmla="*/ 2658512 w 2833798"/>
              <a:gd name="connsiteY11" fmla="*/ 1073395 h 1592824"/>
              <a:gd name="connsiteX12" fmla="*/ 2066857 w 2833798"/>
              <a:gd name="connsiteY12" fmla="*/ 1538808 h 1592824"/>
              <a:gd name="connsiteX13" fmla="*/ 796542 w 2833798"/>
              <a:gd name="connsiteY13" fmla="*/ 1452272 h 1592824"/>
              <a:gd name="connsiteX14" fmla="*/ 657126 w 2833798"/>
              <a:gd name="connsiteY14" fmla="*/ 1376350 h 1592824"/>
              <a:gd name="connsiteX0" fmla="*/ 654843 w 2831515"/>
              <a:gd name="connsiteY0" fmla="*/ 1376350 h 1592824"/>
              <a:gd name="connsiteX1" fmla="*/ 59912 w 2831515"/>
              <a:gd name="connsiteY1" fmla="*/ 436393 h 1592824"/>
              <a:gd name="connsiteX2" fmla="*/ 12356 w 2831515"/>
              <a:gd name="connsiteY2" fmla="*/ 77528 h 1592824"/>
              <a:gd name="connsiteX3" fmla="*/ 560519 w 2831515"/>
              <a:gd name="connsiteY3" fmla="*/ 0 h 1592824"/>
              <a:gd name="connsiteX4" fmla="*/ 578951 w 2831515"/>
              <a:gd name="connsiteY4" fmla="*/ 142333 h 1592824"/>
              <a:gd name="connsiteX5" fmla="*/ 980633 w 2831515"/>
              <a:gd name="connsiteY5" fmla="*/ 820783 h 1592824"/>
              <a:gd name="connsiteX6" fmla="*/ 1837441 w 2831515"/>
              <a:gd name="connsiteY6" fmla="*/ 900808 h 1592824"/>
              <a:gd name="connsiteX7" fmla="*/ 2178263 w 2831515"/>
              <a:gd name="connsiteY7" fmla="*/ 555673 h 1592824"/>
              <a:gd name="connsiteX8" fmla="*/ 2197041 w 2831515"/>
              <a:gd name="connsiteY8" fmla="*/ 23807 h 1592824"/>
              <a:gd name="connsiteX9" fmla="*/ 2779610 w 2831515"/>
              <a:gd name="connsiteY9" fmla="*/ 32281 h 1592824"/>
              <a:gd name="connsiteX10" fmla="*/ 2831004 w 2831515"/>
              <a:gd name="connsiteY10" fmla="*/ 392308 h 1592824"/>
              <a:gd name="connsiteX11" fmla="*/ 2656229 w 2831515"/>
              <a:gd name="connsiteY11" fmla="*/ 1073395 h 1592824"/>
              <a:gd name="connsiteX12" fmla="*/ 2064574 w 2831515"/>
              <a:gd name="connsiteY12" fmla="*/ 1538808 h 1592824"/>
              <a:gd name="connsiteX13" fmla="*/ 794259 w 2831515"/>
              <a:gd name="connsiteY13" fmla="*/ 1452272 h 1592824"/>
              <a:gd name="connsiteX14" fmla="*/ 654843 w 2831515"/>
              <a:gd name="connsiteY14" fmla="*/ 1376350 h 1592824"/>
              <a:gd name="connsiteX0" fmla="*/ 669683 w 2846355"/>
              <a:gd name="connsiteY0" fmla="*/ 1376350 h 1592824"/>
              <a:gd name="connsiteX1" fmla="*/ 74752 w 2846355"/>
              <a:gd name="connsiteY1" fmla="*/ 436393 h 1592824"/>
              <a:gd name="connsiteX2" fmla="*/ 969 w 2846355"/>
              <a:gd name="connsiteY2" fmla="*/ 83689 h 1592824"/>
              <a:gd name="connsiteX3" fmla="*/ 575359 w 2846355"/>
              <a:gd name="connsiteY3" fmla="*/ 0 h 1592824"/>
              <a:gd name="connsiteX4" fmla="*/ 593791 w 2846355"/>
              <a:gd name="connsiteY4" fmla="*/ 142333 h 1592824"/>
              <a:gd name="connsiteX5" fmla="*/ 995473 w 2846355"/>
              <a:gd name="connsiteY5" fmla="*/ 820783 h 1592824"/>
              <a:gd name="connsiteX6" fmla="*/ 1852281 w 2846355"/>
              <a:gd name="connsiteY6" fmla="*/ 900808 h 1592824"/>
              <a:gd name="connsiteX7" fmla="*/ 2193103 w 2846355"/>
              <a:gd name="connsiteY7" fmla="*/ 555673 h 1592824"/>
              <a:gd name="connsiteX8" fmla="*/ 2211881 w 2846355"/>
              <a:gd name="connsiteY8" fmla="*/ 23807 h 1592824"/>
              <a:gd name="connsiteX9" fmla="*/ 2794450 w 2846355"/>
              <a:gd name="connsiteY9" fmla="*/ 32281 h 1592824"/>
              <a:gd name="connsiteX10" fmla="*/ 2845844 w 2846355"/>
              <a:gd name="connsiteY10" fmla="*/ 392308 h 1592824"/>
              <a:gd name="connsiteX11" fmla="*/ 2671069 w 2846355"/>
              <a:gd name="connsiteY11" fmla="*/ 1073395 h 1592824"/>
              <a:gd name="connsiteX12" fmla="*/ 2079414 w 2846355"/>
              <a:gd name="connsiteY12" fmla="*/ 1538808 h 1592824"/>
              <a:gd name="connsiteX13" fmla="*/ 809099 w 2846355"/>
              <a:gd name="connsiteY13" fmla="*/ 1452272 h 1592824"/>
              <a:gd name="connsiteX14" fmla="*/ 669683 w 2846355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1077920 w 2845386"/>
              <a:gd name="connsiteY5" fmla="*/ 764841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668714 w 2845386"/>
              <a:gd name="connsiteY13" fmla="*/ 1376350 h 1556992"/>
              <a:gd name="connsiteX0" fmla="*/ 746172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746172 w 2845386"/>
              <a:gd name="connsiteY13" fmla="*/ 1376350 h 1556992"/>
              <a:gd name="connsiteX0" fmla="*/ 698505 w 2845386"/>
              <a:gd name="connsiteY0" fmla="*/ 1390335 h 1559226"/>
              <a:gd name="connsiteX1" fmla="*/ 116789 w 2845386"/>
              <a:gd name="connsiteY1" fmla="*/ 590029 h 1559226"/>
              <a:gd name="connsiteX2" fmla="*/ 0 w 2845386"/>
              <a:gd name="connsiteY2" fmla="*/ 83689 h 1559226"/>
              <a:gd name="connsiteX3" fmla="*/ 574390 w 2845386"/>
              <a:gd name="connsiteY3" fmla="*/ 0 h 1559226"/>
              <a:gd name="connsiteX4" fmla="*/ 592822 w 2845386"/>
              <a:gd name="connsiteY4" fmla="*/ 142333 h 1559226"/>
              <a:gd name="connsiteX5" fmla="*/ 1077920 w 2845386"/>
              <a:gd name="connsiteY5" fmla="*/ 764841 h 1559226"/>
              <a:gd name="connsiteX6" fmla="*/ 1791731 w 2845386"/>
              <a:gd name="connsiteY6" fmla="*/ 767945 h 1559226"/>
              <a:gd name="connsiteX7" fmla="*/ 2126592 w 2845386"/>
              <a:gd name="connsiteY7" fmla="*/ 478752 h 1559226"/>
              <a:gd name="connsiteX8" fmla="*/ 2210912 w 2845386"/>
              <a:gd name="connsiteY8" fmla="*/ 23807 h 1559226"/>
              <a:gd name="connsiteX9" fmla="*/ 2793481 w 2845386"/>
              <a:gd name="connsiteY9" fmla="*/ 32281 h 1559226"/>
              <a:gd name="connsiteX10" fmla="*/ 2844875 w 2845386"/>
              <a:gd name="connsiteY10" fmla="*/ 392308 h 1559226"/>
              <a:gd name="connsiteX11" fmla="*/ 2670100 w 2845386"/>
              <a:gd name="connsiteY11" fmla="*/ 1073395 h 1559226"/>
              <a:gd name="connsiteX12" fmla="*/ 2078445 w 2845386"/>
              <a:gd name="connsiteY12" fmla="*/ 1538808 h 1559226"/>
              <a:gd name="connsiteX13" fmla="*/ 698505 w 2845386"/>
              <a:gd name="connsiteY13" fmla="*/ 1390335 h 1559226"/>
              <a:gd name="connsiteX0" fmla="*/ 698505 w 2823415"/>
              <a:gd name="connsiteY0" fmla="*/ 1390335 h 1559226"/>
              <a:gd name="connsiteX1" fmla="*/ 116789 w 2823415"/>
              <a:gd name="connsiteY1" fmla="*/ 590029 h 1559226"/>
              <a:gd name="connsiteX2" fmla="*/ 0 w 2823415"/>
              <a:gd name="connsiteY2" fmla="*/ 83689 h 1559226"/>
              <a:gd name="connsiteX3" fmla="*/ 574390 w 2823415"/>
              <a:gd name="connsiteY3" fmla="*/ 0 h 1559226"/>
              <a:gd name="connsiteX4" fmla="*/ 592822 w 2823415"/>
              <a:gd name="connsiteY4" fmla="*/ 142333 h 1559226"/>
              <a:gd name="connsiteX5" fmla="*/ 1077920 w 2823415"/>
              <a:gd name="connsiteY5" fmla="*/ 764841 h 1559226"/>
              <a:gd name="connsiteX6" fmla="*/ 1791731 w 2823415"/>
              <a:gd name="connsiteY6" fmla="*/ 767945 h 1559226"/>
              <a:gd name="connsiteX7" fmla="*/ 2126592 w 2823415"/>
              <a:gd name="connsiteY7" fmla="*/ 478752 h 1559226"/>
              <a:gd name="connsiteX8" fmla="*/ 2210912 w 2823415"/>
              <a:gd name="connsiteY8" fmla="*/ 23807 h 1559226"/>
              <a:gd name="connsiteX9" fmla="*/ 2793481 w 2823415"/>
              <a:gd name="connsiteY9" fmla="*/ 32281 h 1559226"/>
              <a:gd name="connsiteX10" fmla="*/ 2670100 w 2823415"/>
              <a:gd name="connsiteY10" fmla="*/ 1073395 h 1559226"/>
              <a:gd name="connsiteX11" fmla="*/ 2078445 w 2823415"/>
              <a:gd name="connsiteY11" fmla="*/ 1538808 h 1559226"/>
              <a:gd name="connsiteX12" fmla="*/ 698505 w 2823415"/>
              <a:gd name="connsiteY12" fmla="*/ 1390335 h 1559226"/>
              <a:gd name="connsiteX0" fmla="*/ 698505 w 2896498"/>
              <a:gd name="connsiteY0" fmla="*/ 1390335 h 1559226"/>
              <a:gd name="connsiteX1" fmla="*/ 116789 w 2896498"/>
              <a:gd name="connsiteY1" fmla="*/ 590029 h 1559226"/>
              <a:gd name="connsiteX2" fmla="*/ 0 w 2896498"/>
              <a:gd name="connsiteY2" fmla="*/ 83689 h 1559226"/>
              <a:gd name="connsiteX3" fmla="*/ 574390 w 2896498"/>
              <a:gd name="connsiteY3" fmla="*/ 0 h 1559226"/>
              <a:gd name="connsiteX4" fmla="*/ 592822 w 2896498"/>
              <a:gd name="connsiteY4" fmla="*/ 142333 h 1559226"/>
              <a:gd name="connsiteX5" fmla="*/ 1077920 w 2896498"/>
              <a:gd name="connsiteY5" fmla="*/ 764841 h 1559226"/>
              <a:gd name="connsiteX6" fmla="*/ 1791731 w 2896498"/>
              <a:gd name="connsiteY6" fmla="*/ 767945 h 1559226"/>
              <a:gd name="connsiteX7" fmla="*/ 2126592 w 2896498"/>
              <a:gd name="connsiteY7" fmla="*/ 478752 h 1559226"/>
              <a:gd name="connsiteX8" fmla="*/ 2210912 w 2896498"/>
              <a:gd name="connsiteY8" fmla="*/ 23807 h 1559226"/>
              <a:gd name="connsiteX9" fmla="*/ 2876897 w 2896498"/>
              <a:gd name="connsiteY9" fmla="*/ 39276 h 1559226"/>
              <a:gd name="connsiteX10" fmla="*/ 2670100 w 2896498"/>
              <a:gd name="connsiteY10" fmla="*/ 1073395 h 1559226"/>
              <a:gd name="connsiteX11" fmla="*/ 2078445 w 2896498"/>
              <a:gd name="connsiteY11" fmla="*/ 1538808 h 1559226"/>
              <a:gd name="connsiteX12" fmla="*/ 698505 w 2896498"/>
              <a:gd name="connsiteY12" fmla="*/ 1390335 h 1559226"/>
              <a:gd name="connsiteX0" fmla="*/ 698505 w 2876898"/>
              <a:gd name="connsiteY0" fmla="*/ 1390335 h 1559226"/>
              <a:gd name="connsiteX1" fmla="*/ 116789 w 2876898"/>
              <a:gd name="connsiteY1" fmla="*/ 590029 h 1559226"/>
              <a:gd name="connsiteX2" fmla="*/ 0 w 2876898"/>
              <a:gd name="connsiteY2" fmla="*/ 83689 h 1559226"/>
              <a:gd name="connsiteX3" fmla="*/ 574390 w 2876898"/>
              <a:gd name="connsiteY3" fmla="*/ 0 h 1559226"/>
              <a:gd name="connsiteX4" fmla="*/ 592822 w 2876898"/>
              <a:gd name="connsiteY4" fmla="*/ 142333 h 1559226"/>
              <a:gd name="connsiteX5" fmla="*/ 1077920 w 2876898"/>
              <a:gd name="connsiteY5" fmla="*/ 764841 h 1559226"/>
              <a:gd name="connsiteX6" fmla="*/ 1791731 w 2876898"/>
              <a:gd name="connsiteY6" fmla="*/ 767945 h 1559226"/>
              <a:gd name="connsiteX7" fmla="*/ 2126592 w 2876898"/>
              <a:gd name="connsiteY7" fmla="*/ 478752 h 1559226"/>
              <a:gd name="connsiteX8" fmla="*/ 2210912 w 2876898"/>
              <a:gd name="connsiteY8" fmla="*/ 23807 h 1559226"/>
              <a:gd name="connsiteX9" fmla="*/ 2876897 w 2876898"/>
              <a:gd name="connsiteY9" fmla="*/ 39276 h 1559226"/>
              <a:gd name="connsiteX10" fmla="*/ 2078445 w 2876898"/>
              <a:gd name="connsiteY10" fmla="*/ 1538808 h 1559226"/>
              <a:gd name="connsiteX11" fmla="*/ 698505 w 2876898"/>
              <a:gd name="connsiteY11" fmla="*/ 1390335 h 1559226"/>
              <a:gd name="connsiteX0" fmla="*/ 698505 w 2876897"/>
              <a:gd name="connsiteY0" fmla="*/ 1390335 h 1467132"/>
              <a:gd name="connsiteX1" fmla="*/ 116789 w 2876897"/>
              <a:gd name="connsiteY1" fmla="*/ 590029 h 1467132"/>
              <a:gd name="connsiteX2" fmla="*/ 0 w 2876897"/>
              <a:gd name="connsiteY2" fmla="*/ 83689 h 1467132"/>
              <a:gd name="connsiteX3" fmla="*/ 574390 w 2876897"/>
              <a:gd name="connsiteY3" fmla="*/ 0 h 1467132"/>
              <a:gd name="connsiteX4" fmla="*/ 592822 w 2876897"/>
              <a:gd name="connsiteY4" fmla="*/ 142333 h 1467132"/>
              <a:gd name="connsiteX5" fmla="*/ 1077920 w 2876897"/>
              <a:gd name="connsiteY5" fmla="*/ 764841 h 1467132"/>
              <a:gd name="connsiteX6" fmla="*/ 1791731 w 2876897"/>
              <a:gd name="connsiteY6" fmla="*/ 767945 h 1467132"/>
              <a:gd name="connsiteX7" fmla="*/ 2126592 w 2876897"/>
              <a:gd name="connsiteY7" fmla="*/ 478752 h 1467132"/>
              <a:gd name="connsiteX8" fmla="*/ 2210912 w 2876897"/>
              <a:gd name="connsiteY8" fmla="*/ 23807 h 1467132"/>
              <a:gd name="connsiteX9" fmla="*/ 2876897 w 2876897"/>
              <a:gd name="connsiteY9" fmla="*/ 39276 h 1467132"/>
              <a:gd name="connsiteX10" fmla="*/ 2018862 w 2876897"/>
              <a:gd name="connsiteY10" fmla="*/ 1370981 h 1467132"/>
              <a:gd name="connsiteX11" fmla="*/ 698505 w 2876897"/>
              <a:gd name="connsiteY11" fmla="*/ 1390335 h 1467132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91884"/>
              <a:gd name="connsiteX1" fmla="*/ 116789 w 2876897"/>
              <a:gd name="connsiteY1" fmla="*/ 590029 h 1591884"/>
              <a:gd name="connsiteX2" fmla="*/ 0 w 2876897"/>
              <a:gd name="connsiteY2" fmla="*/ 83689 h 1591884"/>
              <a:gd name="connsiteX3" fmla="*/ 574390 w 2876897"/>
              <a:gd name="connsiteY3" fmla="*/ 0 h 1591884"/>
              <a:gd name="connsiteX4" fmla="*/ 592822 w 2876897"/>
              <a:gd name="connsiteY4" fmla="*/ 142333 h 1591884"/>
              <a:gd name="connsiteX5" fmla="*/ 1077920 w 2876897"/>
              <a:gd name="connsiteY5" fmla="*/ 764841 h 1591884"/>
              <a:gd name="connsiteX6" fmla="*/ 1791731 w 2876897"/>
              <a:gd name="connsiteY6" fmla="*/ 767945 h 1591884"/>
              <a:gd name="connsiteX7" fmla="*/ 2126592 w 2876897"/>
              <a:gd name="connsiteY7" fmla="*/ 478752 h 1591884"/>
              <a:gd name="connsiteX8" fmla="*/ 2210912 w 2876897"/>
              <a:gd name="connsiteY8" fmla="*/ 23807 h 1591884"/>
              <a:gd name="connsiteX9" fmla="*/ 2876897 w 2876897"/>
              <a:gd name="connsiteY9" fmla="*/ 39276 h 1591884"/>
              <a:gd name="connsiteX10" fmla="*/ 2096211 w 2876897"/>
              <a:gd name="connsiteY10" fmla="*/ 1461348 h 1591884"/>
              <a:gd name="connsiteX11" fmla="*/ 698505 w 2876897"/>
              <a:gd name="connsiteY11" fmla="*/ 1390335 h 1591884"/>
              <a:gd name="connsiteX0" fmla="*/ 698505 w 2876897"/>
              <a:gd name="connsiteY0" fmla="*/ 1390335 h 1549509"/>
              <a:gd name="connsiteX1" fmla="*/ 116789 w 2876897"/>
              <a:gd name="connsiteY1" fmla="*/ 590029 h 1549509"/>
              <a:gd name="connsiteX2" fmla="*/ 0 w 2876897"/>
              <a:gd name="connsiteY2" fmla="*/ 83689 h 1549509"/>
              <a:gd name="connsiteX3" fmla="*/ 574390 w 2876897"/>
              <a:gd name="connsiteY3" fmla="*/ 0 h 1549509"/>
              <a:gd name="connsiteX4" fmla="*/ 592822 w 2876897"/>
              <a:gd name="connsiteY4" fmla="*/ 142333 h 1549509"/>
              <a:gd name="connsiteX5" fmla="*/ 1077920 w 2876897"/>
              <a:gd name="connsiteY5" fmla="*/ 764841 h 1549509"/>
              <a:gd name="connsiteX6" fmla="*/ 1791731 w 2876897"/>
              <a:gd name="connsiteY6" fmla="*/ 767945 h 1549509"/>
              <a:gd name="connsiteX7" fmla="*/ 2126592 w 2876897"/>
              <a:gd name="connsiteY7" fmla="*/ 478752 h 1549509"/>
              <a:gd name="connsiteX8" fmla="*/ 2210912 w 2876897"/>
              <a:gd name="connsiteY8" fmla="*/ 23807 h 1549509"/>
              <a:gd name="connsiteX9" fmla="*/ 2876897 w 2876897"/>
              <a:gd name="connsiteY9" fmla="*/ 39276 h 1549509"/>
              <a:gd name="connsiteX10" fmla="*/ 2096211 w 2876897"/>
              <a:gd name="connsiteY10" fmla="*/ 1461348 h 1549509"/>
              <a:gd name="connsiteX11" fmla="*/ 698505 w 2876897"/>
              <a:gd name="connsiteY11" fmla="*/ 1390335 h 1549509"/>
            </a:gdLst>
            <a:rect l="l" t="t" r="r" b="b"/>
            <a:pathLst>
              <a:path w="2876897" h="1549509">
                <a:moveTo>
                  <a:pt x="698505" y="1390335"/>
                </a:moveTo>
                <a:cubicBezTo>
                  <a:pt x="382179" y="1190875"/>
                  <a:pt x="233206" y="807803"/>
                  <a:pt x="116789" y="590029"/>
                </a:cubicBezTo>
                <a:cubicBezTo>
                  <a:pt x="372" y="372255"/>
                  <a:pt x="12108" y="225281"/>
                  <a:pt x="0" y="83689"/>
                </a:cubicBezTo>
                <a:lnTo>
                  <a:pt x="574390" y="0"/>
                </a:lnTo>
                <a:lnTo>
                  <a:pt x="592822" y="142333"/>
                </a:lnTo>
                <a:cubicBezTo>
                  <a:pt x="640270" y="442220"/>
                  <a:pt x="878102" y="660572"/>
                  <a:pt x="1077920" y="764841"/>
                </a:cubicBezTo>
                <a:cubicBezTo>
                  <a:pt x="1277738" y="869110"/>
                  <a:pt x="1580765" y="845068"/>
                  <a:pt x="1791731" y="767945"/>
                </a:cubicBezTo>
                <a:cubicBezTo>
                  <a:pt x="1909457" y="671038"/>
                  <a:pt x="2056108" y="596953"/>
                  <a:pt x="2126592" y="478752"/>
                </a:cubicBezTo>
                <a:cubicBezTo>
                  <a:pt x="2186525" y="332585"/>
                  <a:pt x="2227007" y="164432"/>
                  <a:pt x="2210912" y="23807"/>
                </a:cubicBezTo>
                <a:lnTo>
                  <a:pt x="2876897" y="39276"/>
                </a:lnTo>
                <a:cubicBezTo>
                  <a:pt x="2854819" y="291776"/>
                  <a:pt x="2721442" y="1173237"/>
                  <a:pt x="2096211" y="1461348"/>
                </a:cubicBezTo>
                <a:cubicBezTo>
                  <a:pt x="1609321" y="1617817"/>
                  <a:pt x="1025448" y="1548465"/>
                  <a:pt x="698505" y="1390335"/>
                </a:cubicBezTo>
                <a:close/>
              </a:path>
            </a:pathLst>
          </a:custGeom>
          <a:solidFill xmlns:a="http://schemas.openxmlformats.org/drawingml/2006/main">
            <a:schemeClr val="accent5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9660" y="530973"/>
            <a:ext cx="5395210" cy="145651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99660" y="2003099"/>
            <a:ext cx="5395210" cy="40167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22" name="Picture Placeholder 21">
            <a:extLst xmlns:a="http://schemas.openxmlformats.org/drawingml/2006/main">
              <a:ext uri="{FF2B5EF4-FFF2-40B4-BE49-F238E27FC236}">
                <a16:creationId xmlns:a16="http://schemas.microsoft.com/office/drawing/2014/main" id="{28BC5525-CF2B-61B7-2A74-6DE992B6BCDC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 rot="21429196">
            <a:off x="6624315" y="183622"/>
            <a:ext cx="5543342" cy="6080538"/>
          </a:xfrm>
          <a:custGeom xmlns:a="http://schemas.openxmlformats.org/drawingml/2006/main">
            <a:gdLst>
              <a:gd name="connsiteX0" fmla="*/ 516568 w 5543342"/>
              <a:gd name="connsiteY0" fmla="*/ 0 h 6080538"/>
              <a:gd name="connsiteX1" fmla="*/ 5542764 w 5543342"/>
              <a:gd name="connsiteY1" fmla="*/ 510009 h 6080538"/>
              <a:gd name="connsiteX2" fmla="*/ 5340089 w 5543342"/>
              <a:gd name="connsiteY2" fmla="*/ 3610175 h 6080538"/>
              <a:gd name="connsiteX3" fmla="*/ 5118358 w 5543342"/>
              <a:gd name="connsiteY3" fmla="*/ 6080538 h 6080538"/>
              <a:gd name="connsiteX4" fmla="*/ 1287318 w 5543342"/>
              <a:gd name="connsiteY4" fmla="*/ 5769564 h 6080538"/>
              <a:gd name="connsiteX5" fmla="*/ 1291721 w 5543342"/>
              <a:gd name="connsiteY5" fmla="*/ 5758465 h 6080538"/>
              <a:gd name="connsiteX6" fmla="*/ 1332268 w 5543342"/>
              <a:gd name="connsiteY6" fmla="*/ 5554724 h 6080538"/>
              <a:gd name="connsiteX7" fmla="*/ 1006825 w 5543342"/>
              <a:gd name="connsiteY7" fmla="*/ 4870534 h 6080538"/>
              <a:gd name="connsiteX8" fmla="*/ 420574 w 5543342"/>
              <a:gd name="connsiteY8" fmla="*/ 4651036 h 6080538"/>
              <a:gd name="connsiteX9" fmla="*/ 16166 w 5543342"/>
              <a:gd name="connsiteY9" fmla="*/ 4725372 h 6080538"/>
              <a:gd name="connsiteX10" fmla="*/ 0 w 5543342"/>
              <a:gd name="connsiteY10" fmla="*/ 4733953 h 6080538"/>
              <a:gd name="connsiteX11" fmla="*/ 25673 w 5543342"/>
              <a:gd name="connsiteY11" fmla="*/ 4477145 h 6080538"/>
              <a:gd name="connsiteX12" fmla="*/ 268217 w 5543342"/>
              <a:gd name="connsiteY12" fmla="*/ 2031585 h 6080538"/>
              <a:gd name="connsiteX13" fmla="*/ 494239 w 5543342"/>
              <a:gd name="connsiteY13" fmla="*/ 128602 h 6080538"/>
            </a:gdLst>
            <a:rect l="l" t="t" r="r" b="b"/>
            <a:pathLst>
              <a:path w="5543342" h="6080538">
                <a:moveTo>
                  <a:pt x="516568" y="0"/>
                </a:moveTo>
                <a:lnTo>
                  <a:pt x="5542764" y="510009"/>
                </a:lnTo>
                <a:cubicBezTo>
                  <a:pt x="5553671" y="891546"/>
                  <a:pt x="5407648" y="2576786"/>
                  <a:pt x="5340089" y="3610175"/>
                </a:cubicBezTo>
                <a:cubicBezTo>
                  <a:pt x="5278007" y="4570989"/>
                  <a:pt x="5231601" y="5375940"/>
                  <a:pt x="5118358" y="6080538"/>
                </a:cubicBezTo>
                <a:lnTo>
                  <a:pt x="1287318" y="5769564"/>
                </a:lnTo>
                <a:lnTo>
                  <a:pt x="1291721" y="5758465"/>
                </a:lnTo>
                <a:cubicBezTo>
                  <a:pt x="1317526" y="5680617"/>
                  <a:pt x="1331151" y="5609386"/>
                  <a:pt x="1332268" y="5554724"/>
                </a:cubicBezTo>
                <a:cubicBezTo>
                  <a:pt x="1336735" y="5336075"/>
                  <a:pt x="1158774" y="5021148"/>
                  <a:pt x="1006825" y="4870534"/>
                </a:cubicBezTo>
                <a:cubicBezTo>
                  <a:pt x="854876" y="4719919"/>
                  <a:pt x="606104" y="4621003"/>
                  <a:pt x="420574" y="4651036"/>
                </a:cubicBezTo>
                <a:cubicBezTo>
                  <a:pt x="304618" y="4669807"/>
                  <a:pt x="163887" y="4661920"/>
                  <a:pt x="16166" y="4725372"/>
                </a:cubicBezTo>
                <a:lnTo>
                  <a:pt x="0" y="4733953"/>
                </a:lnTo>
                <a:lnTo>
                  <a:pt x="25673" y="4477145"/>
                </a:lnTo>
                <a:cubicBezTo>
                  <a:pt x="109984" y="3645971"/>
                  <a:pt x="226715" y="2587322"/>
                  <a:pt x="268217" y="2031585"/>
                </a:cubicBezTo>
                <a:cubicBezTo>
                  <a:pt x="323179" y="1411943"/>
                  <a:pt x="397647" y="762029"/>
                  <a:pt x="494239" y="128602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d6fba5c551da4e1e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 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99660" y="6356350"/>
            <a:ext cx="3172685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9552711" y="6356350"/>
            <a:ext cx="1801089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37920" y="6356350"/>
            <a:ext cx="547255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20" name="Oval 28">
            <a:extLst xmlns:a="http://schemas.openxmlformats.org/drawingml/2006/main">
              <a:ext uri="{FF2B5EF4-FFF2-40B4-BE49-F238E27FC236}">
                <a16:creationId xmlns:a16="http://schemas.microsoft.com/office/drawing/2014/main" id="{1B4BC684-4AF2-808F-7211-8B63C550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599426">
            <a:off x="6252667" y="4935505"/>
            <a:ext cx="1800041" cy="1775781"/>
          </a:xfrm>
          <a:custGeom xmlns:a="http://schemas.openxmlformats.org/drawingml/2006/main"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</a:gdLst>
            <a:rect l="l" t="t" r="r" b="b"/>
            <a:pathLst>
              <a:path w="3059270" h="3018036">
                <a:moveTo>
                  <a:pt x="11907" y="1624714"/>
                </a:moveTo>
                <a:cubicBezTo>
                  <a:pt x="-67795" y="983902"/>
                  <a:pt x="272066" y="723639"/>
                  <a:pt x="453606" y="460819"/>
                </a:cubicBezTo>
                <a:cubicBezTo>
                  <a:pt x="635146" y="197999"/>
                  <a:pt x="1049220" y="9410"/>
                  <a:pt x="1412722" y="379"/>
                </a:cubicBezTo>
                <a:cubicBezTo>
                  <a:pt x="1776224" y="-8652"/>
                  <a:pt x="2371800" y="143814"/>
                  <a:pt x="2634620" y="406634"/>
                </a:cubicBezTo>
                <a:cubicBezTo>
                  <a:pt x="2897440" y="669454"/>
                  <a:pt x="3249737" y="1489643"/>
                  <a:pt x="2935457" y="2092073"/>
                </a:cubicBezTo>
                <a:cubicBezTo>
                  <a:pt x="2492483" y="2809649"/>
                  <a:pt x="1744193" y="3083102"/>
                  <a:pt x="1256935" y="3005209"/>
                </a:cubicBezTo>
                <a:cubicBezTo>
                  <a:pt x="769677" y="2927316"/>
                  <a:pt x="91609" y="2265526"/>
                  <a:pt x="11907" y="1624714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Freeform: Shape 13">
            <a:extLst xmlns:a="http://schemas.openxmlformats.org/drawingml/2006/main">
              <a:ext uri="{FF2B5EF4-FFF2-40B4-BE49-F238E27FC236}">
                <a16:creationId xmlns:a16="http://schemas.microsoft.com/office/drawing/2014/main" id="{2C30964C-23D6-6A1F-9B3D-211EE16A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-10771603" y="5933457"/>
            <a:ext cx="626222" cy="86343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5" name="Oval 34">
            <a:extLst xmlns:a="http://schemas.openxmlformats.org/drawingml/2006/main">
              <a:ext uri="{FF2B5EF4-FFF2-40B4-BE49-F238E27FC236}">
                <a16:creationId xmlns:a16="http://schemas.microsoft.com/office/drawing/2014/main" id="{222C6CE2-D5F6-D391-6769-2FA1C4CD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1127782" y="5570054"/>
            <a:ext cx="219908" cy="259451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Freeform: Shape 15">
            <a:extLst xmlns:a="http://schemas.openxmlformats.org/drawingml/2006/main">
              <a:ext uri="{FF2B5EF4-FFF2-40B4-BE49-F238E27FC236}">
                <a16:creationId xmlns:a16="http://schemas.microsoft.com/office/drawing/2014/main" id="{8A70E6DA-2CCB-333F-CF01-25091DD4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1133446" y="5570054"/>
            <a:ext cx="132375" cy="117482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Oval 36">
            <a:extLst xmlns:a="http://schemas.openxmlformats.org/drawingml/2006/main">
              <a:ext uri="{FF2B5EF4-FFF2-40B4-BE49-F238E27FC236}">
                <a16:creationId xmlns:a16="http://schemas.microsoft.com/office/drawing/2014/main" id="{7032E2D2-EED1-81D7-BCB0-617356BC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817697" y="5608073"/>
            <a:ext cx="219908" cy="259451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8" name="Freeform: Shape 17">
            <a:extLst xmlns:a="http://schemas.openxmlformats.org/drawingml/2006/main">
              <a:ext uri="{FF2B5EF4-FFF2-40B4-BE49-F238E27FC236}">
                <a16:creationId xmlns:a16="http://schemas.microsoft.com/office/drawing/2014/main" id="{7D4E2E0E-0263-345D-95F4-1DBE004F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0822227" y="5608073"/>
            <a:ext cx="132375" cy="117482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4088" y="345440"/>
            <a:ext cx="6472566" cy="113324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04089" y="1494301"/>
            <a:ext cx="6472566" cy="46016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04088" y="6356350"/>
            <a:ext cx="324262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740976" y="6356350"/>
            <a:ext cx="1801089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644241" y="6356350"/>
            <a:ext cx="547255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11" name="Picture Placeholder 10">
            <a:extLst xmlns:a="http://schemas.openxmlformats.org/drawingml/2006/main">
              <a:ext uri="{FF2B5EF4-FFF2-40B4-BE49-F238E27FC236}">
                <a16:creationId xmlns:a16="http://schemas.microsoft.com/office/drawing/2014/main" id="{BC4E015C-42DC-76ED-17D3-98FEDC30D753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8044872" y="0"/>
            <a:ext cx="4147127" cy="6858000"/>
          </a:xfrm>
          <a:custGeom xmlns:a="http://schemas.openxmlformats.org/drawingml/2006/main">
            <a:gdLst>
              <a:gd name="connsiteX0" fmla="*/ 120263 w 6271682"/>
              <a:gd name="connsiteY0" fmla="*/ 0 h 6858000"/>
              <a:gd name="connsiteX1" fmla="*/ 6271682 w 6271682"/>
              <a:gd name="connsiteY1" fmla="*/ 0 h 6858000"/>
              <a:gd name="connsiteX2" fmla="*/ 6271682 w 6271682"/>
              <a:gd name="connsiteY2" fmla="*/ 6858000 h 6858000"/>
              <a:gd name="connsiteX3" fmla="*/ 27900 w 6271682"/>
              <a:gd name="connsiteY3" fmla="*/ 6858000 h 6858000"/>
              <a:gd name="connsiteX4" fmla="*/ 120263 w 6271682"/>
              <a:gd name="connsiteY4" fmla="*/ 0 h 6858000"/>
            </a:gdLst>
            <a:rect l="l" t="t" r="r" b="b"/>
            <a:pathLst>
              <a:path w="6271682" h="6858000">
                <a:moveTo>
                  <a:pt x="120263" y="0"/>
                </a:moveTo>
                <a:lnTo>
                  <a:pt x="6271682" y="0"/>
                </a:lnTo>
                <a:lnTo>
                  <a:pt x="6271682" y="6858000"/>
                </a:lnTo>
                <a:lnTo>
                  <a:pt x="27900" y="6858000"/>
                </a:lnTo>
                <a:cubicBezTo>
                  <a:pt x="-61384" y="4082473"/>
                  <a:pt x="89475" y="2286000"/>
                  <a:pt x="120263" y="0"/>
                </a:cubicBez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fa6e4abe5d04758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0792" y="4426528"/>
            <a:ext cx="3853453" cy="1689602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9" name="Picture Placeholder 8">
            <a:extLst xmlns:a="http://schemas.openxmlformats.org/drawingml/2006/main">
              <a:ext uri="{FF2B5EF4-FFF2-40B4-BE49-F238E27FC236}">
                <a16:creationId xmlns:a16="http://schemas.microsoft.com/office/drawing/2014/main" id="{6976598F-F6AF-BB82-8775-D6BCA6D905E1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0" y="0"/>
            <a:ext cx="12192000" cy="4106174"/>
          </a:xfrm>
          <a:custGeom xmlns:a="http://schemas.openxmlformats.org/drawingml/2006/main">
            <a:gdLst>
              <a:gd name="connsiteX0" fmla="*/ 0 w 12192000"/>
              <a:gd name="connsiteY0" fmla="*/ 0 h 4106174"/>
              <a:gd name="connsiteX1" fmla="*/ 12192000 w 12192000"/>
              <a:gd name="connsiteY1" fmla="*/ 0 h 4106174"/>
              <a:gd name="connsiteX2" fmla="*/ 12192000 w 12192000"/>
              <a:gd name="connsiteY2" fmla="*/ 4031835 h 4106174"/>
              <a:gd name="connsiteX3" fmla="*/ 0 w 12192000"/>
              <a:gd name="connsiteY3" fmla="*/ 3969361 h 4106174"/>
            </a:gdLst>
            <a:rect l="l" t="t" r="r" b="b"/>
            <a:pathLst>
              <a:path w="12192000" h="4106174">
                <a:moveTo>
                  <a:pt x="0" y="0"/>
                </a:moveTo>
                <a:lnTo>
                  <a:pt x="12192000" y="0"/>
                </a:lnTo>
                <a:lnTo>
                  <a:pt x="12192000" y="4031835"/>
                </a:lnTo>
                <a:cubicBezTo>
                  <a:pt x="8158670" y="4281734"/>
                  <a:pt x="3051835" y="3807967"/>
                  <a:pt x="0" y="3969361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7433b9b804f74f90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925961" y="4426528"/>
            <a:ext cx="6602723" cy="18588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9659" y="947783"/>
            <a:ext cx="3055595" cy="1570973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14" name="Picture Placeholder 13">
            <a:extLst xmlns:a="http://schemas.openxmlformats.org/drawingml/2006/main">
              <a:ext uri="{FF2B5EF4-FFF2-40B4-BE49-F238E27FC236}">
                <a16:creationId xmlns:a16="http://schemas.microsoft.com/office/drawing/2014/main" id="{3D01256D-37B2-9E09-91D3-E0A708DD5B76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375586" y="3232355"/>
            <a:ext cx="3496759" cy="2961002"/>
          </a:xfrm>
          <a:custGeom xmlns:a="http://schemas.openxmlformats.org/drawingml/2006/main">
            <a:gdLst>
              <a:gd name="connsiteX0" fmla="*/ 3341940 w 3496759"/>
              <a:gd name="connsiteY0" fmla="*/ 0 h 2961002"/>
              <a:gd name="connsiteX1" fmla="*/ 3496759 w 3496759"/>
              <a:gd name="connsiteY1" fmla="*/ 2746153 h 2961002"/>
              <a:gd name="connsiteX2" fmla="*/ 136061 w 3496759"/>
              <a:gd name="connsiteY2" fmla="*/ 2961002 h 2961002"/>
              <a:gd name="connsiteX3" fmla="*/ 0 w 3496759"/>
              <a:gd name="connsiteY3" fmla="*/ 174175 h 2961002"/>
              <a:gd name="connsiteX4" fmla="*/ 2023692 w 3496759"/>
              <a:gd name="connsiteY4" fmla="*/ 64436 h 2961002"/>
              <a:gd name="connsiteX5" fmla="*/ 2256538 w 3496759"/>
              <a:gd name="connsiteY5" fmla="*/ 52682 h 2961002"/>
              <a:gd name="connsiteX6" fmla="*/ 2247977 w 3496759"/>
              <a:gd name="connsiteY6" fmla="*/ 72592 h 2961002"/>
              <a:gd name="connsiteX7" fmla="*/ 2225535 w 3496759"/>
              <a:gd name="connsiteY7" fmla="*/ 164386 h 2961002"/>
              <a:gd name="connsiteX8" fmla="*/ 2307513 w 3496759"/>
              <a:gd name="connsiteY8" fmla="*/ 318345 h 2961002"/>
              <a:gd name="connsiteX9" fmla="*/ 2428894 w 3496759"/>
              <a:gd name="connsiteY9" fmla="*/ 296195 h 2961002"/>
              <a:gd name="connsiteX10" fmla="*/ 2542559 w 3496759"/>
              <a:gd name="connsiteY10" fmla="*/ 145939 h 2961002"/>
              <a:gd name="connsiteX11" fmla="*/ 2634775 w 3496759"/>
              <a:gd name="connsiteY11" fmla="*/ 309655 h 2961002"/>
              <a:gd name="connsiteX12" fmla="*/ 2816626 w 3496759"/>
              <a:gd name="connsiteY12" fmla="*/ 238732 h 2961002"/>
              <a:gd name="connsiteX13" fmla="*/ 2795835 w 3496759"/>
              <a:gd name="connsiteY13" fmla="*/ 69972 h 2961002"/>
              <a:gd name="connsiteX14" fmla="*/ 2988306 w 3496759"/>
              <a:gd name="connsiteY14" fmla="*/ 94882 h 2961002"/>
              <a:gd name="connsiteX15" fmla="*/ 3087045 w 3496759"/>
              <a:gd name="connsiteY15" fmla="*/ 18236 h 2961002"/>
              <a:gd name="connsiteX16" fmla="*/ 3090490 w 3496759"/>
              <a:gd name="connsiteY16" fmla="*/ 11851 h 2961002"/>
            </a:gdLst>
            <a:rect l="l" t="t" r="r" b="b"/>
            <a:pathLst>
              <a:path w="3496759" h="2961002">
                <a:moveTo>
                  <a:pt x="3341940" y="0"/>
                </a:moveTo>
                <a:cubicBezTo>
                  <a:pt x="3388811" y="328615"/>
                  <a:pt x="3495783" y="2199740"/>
                  <a:pt x="3496759" y="2746153"/>
                </a:cubicBezTo>
                <a:cubicBezTo>
                  <a:pt x="2830638" y="2812104"/>
                  <a:pt x="2024969" y="2898919"/>
                  <a:pt x="136061" y="2961002"/>
                </a:cubicBezTo>
                <a:lnTo>
                  <a:pt x="0" y="174175"/>
                </a:lnTo>
                <a:cubicBezTo>
                  <a:pt x="538808" y="142959"/>
                  <a:pt x="1275643" y="102721"/>
                  <a:pt x="2023692" y="64436"/>
                </a:cubicBezTo>
                <a:lnTo>
                  <a:pt x="2256538" y="52682"/>
                </a:lnTo>
                <a:lnTo>
                  <a:pt x="2247977" y="72592"/>
                </a:lnTo>
                <a:cubicBezTo>
                  <a:pt x="2240248" y="92031"/>
                  <a:pt x="2232645" y="117050"/>
                  <a:pt x="2225535" y="164386"/>
                </a:cubicBezTo>
                <a:cubicBezTo>
                  <a:pt x="2225563" y="203480"/>
                  <a:pt x="2250847" y="290232"/>
                  <a:pt x="2307513" y="318345"/>
                </a:cubicBezTo>
                <a:cubicBezTo>
                  <a:pt x="2344791" y="326112"/>
                  <a:pt x="2414670" y="322165"/>
                  <a:pt x="2428894" y="296195"/>
                </a:cubicBezTo>
                <a:cubicBezTo>
                  <a:pt x="2466212" y="257288"/>
                  <a:pt x="2498126" y="241730"/>
                  <a:pt x="2542559" y="145939"/>
                </a:cubicBezTo>
                <a:cubicBezTo>
                  <a:pt x="2569521" y="242163"/>
                  <a:pt x="2581981" y="259052"/>
                  <a:pt x="2634775" y="309655"/>
                </a:cubicBezTo>
                <a:cubicBezTo>
                  <a:pt x="2686012" y="332441"/>
                  <a:pt x="2790537" y="339486"/>
                  <a:pt x="2816626" y="238732"/>
                </a:cubicBezTo>
                <a:cubicBezTo>
                  <a:pt x="2824521" y="199579"/>
                  <a:pt x="2836745" y="187278"/>
                  <a:pt x="2795835" y="69972"/>
                </a:cubicBezTo>
                <a:cubicBezTo>
                  <a:pt x="2883067" y="76228"/>
                  <a:pt x="2867248" y="109075"/>
                  <a:pt x="2988306" y="94882"/>
                </a:cubicBezTo>
                <a:cubicBezTo>
                  <a:pt x="3021738" y="85848"/>
                  <a:pt x="3062455" y="54549"/>
                  <a:pt x="3087045" y="18236"/>
                </a:cubicBezTo>
                <a:lnTo>
                  <a:pt x="3090490" y="11851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b3894bc20c14ae9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192438" y="947783"/>
            <a:ext cx="7298771" cy="524557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10" name="Star: 7 Points 2">
            <a:extLst xmlns:a="http://schemas.openxmlformats.org/drawingml/2006/main">
              <a:ext uri="{FF2B5EF4-FFF2-40B4-BE49-F238E27FC236}">
                <a16:creationId xmlns:a16="http://schemas.microsoft.com/office/drawing/2014/main" id="{4B69A2B3-DC5F-4BAB-2C1B-EF6211D9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5264538">
            <a:off x="2396934" y="2544071"/>
            <a:ext cx="1039389" cy="1047193"/>
          </a:xfrm>
          <a:custGeom xmlns:a="http://schemas.openxmlformats.org/drawingml/2006/main"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>
  <p:cSld name="Number Large">
    <p:bg>
      <p:bgPr>
        <a:solidFill xmlns:a="http://schemas.openxmlformats.org/drawingml/2006/main">
          <a:schemeClr val="bg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2DB845DF-A6AA-5EA8-1241-69EFACB9CA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120994" y="4478218"/>
            <a:ext cx="7057007" cy="1478660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lnSpc>
                <a:spcPct val="110000"/>
              </a:lnSpc>
              <a:buNone/>
              <a:defRPr sz="2400" b="0" spc="0" baseline="0"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14" name="Content Placeholder 13">
            <a:extLst xmlns:a="http://schemas.openxmlformats.org/drawingml/2006/main">
              <a:ext uri="{FF2B5EF4-FFF2-40B4-BE49-F238E27FC236}">
                <a16:creationId xmlns:a16="http://schemas.microsoft.com/office/drawing/2014/main" id="{EFFDCEC5-78F7-1A72-64CB-DF2DDF3A8FB5}"/>
              </a:ext>
            </a:extLst>
          </p:cNvPr>
          <p:cNvSpPr>
            <a:spLocks xmlns:a="http://schemas.openxmlformats.org/drawingml/2006/main" noGrp="1"/>
          </p:cNvSpPr>
          <p:nvPr>
            <p:ph idx="13" hasCustomPrompt="1"/>
          </p:nvPr>
        </p:nvSpPr>
        <p:spPr>
          <a:xfrm xmlns:a="http://schemas.openxmlformats.org/drawingml/2006/main">
            <a:off x="4027488" y="825500"/>
            <a:ext cx="7746596" cy="4500979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0000" b="1"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lvl="0">
              <a:buNone/>
            </a:pPr>
            <a:r>
              <a:t>##%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120995" y="6356350"/>
            <a:ext cx="3172685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8" name="Freeform: Shape 7">
            <a:extLst xmlns:a="http://schemas.openxmlformats.org/drawingml/2006/main">
              <a:ext uri="{FF2B5EF4-FFF2-40B4-BE49-F238E27FC236}">
                <a16:creationId xmlns:a16="http://schemas.microsoft.com/office/drawing/2014/main" id="{D1CEF69E-788E-7099-4364-1CD62B25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427098" flipH="0" flipV="1">
            <a:off x="-19311218" y="5193936"/>
            <a:ext cx="1997052" cy="1580673"/>
          </a:xfrm>
          <a:custGeom xmlns:a="http://schemas.openxmlformats.org/drawingml/2006/main"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931 w 4806179"/>
              <a:gd name="connsiteY0" fmla="*/ 0 h 3062398"/>
              <a:gd name="connsiteX1" fmla="*/ 4798553 w 4806179"/>
              <a:gd name="connsiteY1" fmla="*/ 119992 h 3062398"/>
              <a:gd name="connsiteX2" fmla="*/ 4617528 w 4806179"/>
              <a:gd name="connsiteY2" fmla="*/ 856834 h 3062398"/>
              <a:gd name="connsiteX3" fmla="*/ 4456812 w 4806179"/>
              <a:gd name="connsiteY3" fmla="*/ 2022793 h 3062398"/>
              <a:gd name="connsiteX4" fmla="*/ 3916055 w 4806179"/>
              <a:gd name="connsiteY4" fmla="*/ 2591361 h 3062398"/>
              <a:gd name="connsiteX5" fmla="*/ 3172028 w 4806179"/>
              <a:gd name="connsiteY5" fmla="*/ 2933564 h 3062398"/>
              <a:gd name="connsiteX6" fmla="*/ 2247564 w 4806179"/>
              <a:gd name="connsiteY6" fmla="*/ 3062253 h 3062398"/>
              <a:gd name="connsiteX7" fmla="*/ 1394792 w 4806179"/>
              <a:gd name="connsiteY7" fmla="*/ 2945941 h 3062398"/>
              <a:gd name="connsiteX8" fmla="*/ 644792 w 4806179"/>
              <a:gd name="connsiteY8" fmla="*/ 2514496 h 3062398"/>
              <a:gd name="connsiteX9" fmla="*/ 155090 w 4806179"/>
              <a:gd name="connsiteY9" fmla="*/ 2010352 h 3062398"/>
              <a:gd name="connsiteX10" fmla="*/ 13821 w 4806179"/>
              <a:gd name="connsiteY10" fmla="*/ 1161870 h 3062398"/>
              <a:gd name="connsiteX11" fmla="*/ 1931 w 4806179"/>
              <a:gd name="connsiteY11" fmla="*/ 0 h 3062398"/>
              <a:gd name="connsiteX0" fmla="*/ 1931 w 4806180"/>
              <a:gd name="connsiteY0" fmla="*/ 0 h 3353180"/>
              <a:gd name="connsiteX1" fmla="*/ 4798553 w 4806180"/>
              <a:gd name="connsiteY1" fmla="*/ 119992 h 3353180"/>
              <a:gd name="connsiteX2" fmla="*/ 4617528 w 4806180"/>
              <a:gd name="connsiteY2" fmla="*/ 856834 h 3353180"/>
              <a:gd name="connsiteX3" fmla="*/ 4456812 w 4806180"/>
              <a:gd name="connsiteY3" fmla="*/ 2022793 h 3353180"/>
              <a:gd name="connsiteX4" fmla="*/ 3916055 w 4806180"/>
              <a:gd name="connsiteY4" fmla="*/ 2591361 h 3353180"/>
              <a:gd name="connsiteX5" fmla="*/ 3052098 w 4806180"/>
              <a:gd name="connsiteY5" fmla="*/ 3342938 h 3353180"/>
              <a:gd name="connsiteX6" fmla="*/ 2247564 w 4806180"/>
              <a:gd name="connsiteY6" fmla="*/ 3062253 h 3353180"/>
              <a:gd name="connsiteX7" fmla="*/ 1394792 w 4806180"/>
              <a:gd name="connsiteY7" fmla="*/ 2945941 h 3353180"/>
              <a:gd name="connsiteX8" fmla="*/ 644792 w 4806180"/>
              <a:gd name="connsiteY8" fmla="*/ 2514496 h 3353180"/>
              <a:gd name="connsiteX9" fmla="*/ 155090 w 4806180"/>
              <a:gd name="connsiteY9" fmla="*/ 2010352 h 3353180"/>
              <a:gd name="connsiteX10" fmla="*/ 13821 w 4806180"/>
              <a:gd name="connsiteY10" fmla="*/ 1161870 h 3353180"/>
              <a:gd name="connsiteX11" fmla="*/ 1931 w 4806180"/>
              <a:gd name="connsiteY11" fmla="*/ 0 h 3353180"/>
              <a:gd name="connsiteX0" fmla="*/ 1931 w 4806180"/>
              <a:gd name="connsiteY0" fmla="*/ 0 h 3353180"/>
              <a:gd name="connsiteX1" fmla="*/ 4798553 w 4806180"/>
              <a:gd name="connsiteY1" fmla="*/ 119992 h 3353180"/>
              <a:gd name="connsiteX2" fmla="*/ 4617528 w 4806180"/>
              <a:gd name="connsiteY2" fmla="*/ 856834 h 3353180"/>
              <a:gd name="connsiteX3" fmla="*/ 4456812 w 4806180"/>
              <a:gd name="connsiteY3" fmla="*/ 2022793 h 3353180"/>
              <a:gd name="connsiteX4" fmla="*/ 3916055 w 4806180"/>
              <a:gd name="connsiteY4" fmla="*/ 2591361 h 3353180"/>
              <a:gd name="connsiteX5" fmla="*/ 3052098 w 4806180"/>
              <a:gd name="connsiteY5" fmla="*/ 3342938 h 3353180"/>
              <a:gd name="connsiteX6" fmla="*/ 2247564 w 4806180"/>
              <a:gd name="connsiteY6" fmla="*/ 3062253 h 3353180"/>
              <a:gd name="connsiteX7" fmla="*/ 1394792 w 4806180"/>
              <a:gd name="connsiteY7" fmla="*/ 2945941 h 3353180"/>
              <a:gd name="connsiteX8" fmla="*/ 155090 w 4806180"/>
              <a:gd name="connsiteY8" fmla="*/ 2010352 h 3353180"/>
              <a:gd name="connsiteX9" fmla="*/ 13821 w 4806180"/>
              <a:gd name="connsiteY9" fmla="*/ 1161870 h 3353180"/>
              <a:gd name="connsiteX10" fmla="*/ 1931 w 4806180"/>
              <a:gd name="connsiteY10" fmla="*/ 0 h 3353180"/>
              <a:gd name="connsiteX0" fmla="*/ 1931 w 4806180"/>
              <a:gd name="connsiteY0" fmla="*/ 0 h 3353180"/>
              <a:gd name="connsiteX1" fmla="*/ 4798553 w 4806180"/>
              <a:gd name="connsiteY1" fmla="*/ 119992 h 3353180"/>
              <a:gd name="connsiteX2" fmla="*/ 4617528 w 4806180"/>
              <a:gd name="connsiteY2" fmla="*/ 856834 h 3353180"/>
              <a:gd name="connsiteX3" fmla="*/ 4456812 w 4806180"/>
              <a:gd name="connsiteY3" fmla="*/ 2022793 h 3353180"/>
              <a:gd name="connsiteX4" fmla="*/ 3916055 w 4806180"/>
              <a:gd name="connsiteY4" fmla="*/ 2591361 h 3353180"/>
              <a:gd name="connsiteX5" fmla="*/ 3052098 w 4806180"/>
              <a:gd name="connsiteY5" fmla="*/ 3342938 h 3353180"/>
              <a:gd name="connsiteX6" fmla="*/ 2247564 w 4806180"/>
              <a:gd name="connsiteY6" fmla="*/ 3062253 h 3353180"/>
              <a:gd name="connsiteX7" fmla="*/ 694383 w 4806180"/>
              <a:gd name="connsiteY7" fmla="*/ 3026148 h 3353180"/>
              <a:gd name="connsiteX8" fmla="*/ 155090 w 4806180"/>
              <a:gd name="connsiteY8" fmla="*/ 2010352 h 3353180"/>
              <a:gd name="connsiteX9" fmla="*/ 13821 w 4806180"/>
              <a:gd name="connsiteY9" fmla="*/ 1161870 h 3353180"/>
              <a:gd name="connsiteX10" fmla="*/ 1931 w 4806180"/>
              <a:gd name="connsiteY10" fmla="*/ 0 h 3353180"/>
              <a:gd name="connsiteX0" fmla="*/ 1931 w 4806180"/>
              <a:gd name="connsiteY0" fmla="*/ 0 h 3371637"/>
              <a:gd name="connsiteX1" fmla="*/ 4798553 w 4806180"/>
              <a:gd name="connsiteY1" fmla="*/ 119992 h 3371637"/>
              <a:gd name="connsiteX2" fmla="*/ 4617528 w 4806180"/>
              <a:gd name="connsiteY2" fmla="*/ 856834 h 3371637"/>
              <a:gd name="connsiteX3" fmla="*/ 4456812 w 4806180"/>
              <a:gd name="connsiteY3" fmla="*/ 2022793 h 3371637"/>
              <a:gd name="connsiteX4" fmla="*/ 3916055 w 4806180"/>
              <a:gd name="connsiteY4" fmla="*/ 2591361 h 3371637"/>
              <a:gd name="connsiteX5" fmla="*/ 3052098 w 4806180"/>
              <a:gd name="connsiteY5" fmla="*/ 3342938 h 3371637"/>
              <a:gd name="connsiteX6" fmla="*/ 2083888 w 4806180"/>
              <a:gd name="connsiteY6" fmla="*/ 3325681 h 3371637"/>
              <a:gd name="connsiteX7" fmla="*/ 694383 w 4806180"/>
              <a:gd name="connsiteY7" fmla="*/ 3026148 h 3371637"/>
              <a:gd name="connsiteX8" fmla="*/ 155090 w 4806180"/>
              <a:gd name="connsiteY8" fmla="*/ 2010352 h 3371637"/>
              <a:gd name="connsiteX9" fmla="*/ 13821 w 4806180"/>
              <a:gd name="connsiteY9" fmla="*/ 1161870 h 3371637"/>
              <a:gd name="connsiteX10" fmla="*/ 1931 w 4806180"/>
              <a:gd name="connsiteY10" fmla="*/ 0 h 3371637"/>
              <a:gd name="connsiteX0" fmla="*/ 1931 w 4806180"/>
              <a:gd name="connsiteY0" fmla="*/ 0 h 3371636"/>
              <a:gd name="connsiteX1" fmla="*/ 4798553 w 4806180"/>
              <a:gd name="connsiteY1" fmla="*/ 119992 h 3371636"/>
              <a:gd name="connsiteX2" fmla="*/ 4617528 w 4806180"/>
              <a:gd name="connsiteY2" fmla="*/ 856834 h 3371636"/>
              <a:gd name="connsiteX3" fmla="*/ 4456812 w 4806180"/>
              <a:gd name="connsiteY3" fmla="*/ 2022793 h 3371636"/>
              <a:gd name="connsiteX4" fmla="*/ 3626717 w 4806180"/>
              <a:gd name="connsiteY4" fmla="*/ 3122120 h 3371636"/>
              <a:gd name="connsiteX5" fmla="*/ 3052098 w 4806180"/>
              <a:gd name="connsiteY5" fmla="*/ 3342938 h 3371636"/>
              <a:gd name="connsiteX6" fmla="*/ 2083888 w 4806180"/>
              <a:gd name="connsiteY6" fmla="*/ 3325681 h 3371636"/>
              <a:gd name="connsiteX7" fmla="*/ 694383 w 4806180"/>
              <a:gd name="connsiteY7" fmla="*/ 3026148 h 3371636"/>
              <a:gd name="connsiteX8" fmla="*/ 155090 w 4806180"/>
              <a:gd name="connsiteY8" fmla="*/ 2010352 h 3371636"/>
              <a:gd name="connsiteX9" fmla="*/ 13821 w 4806180"/>
              <a:gd name="connsiteY9" fmla="*/ 1161870 h 3371636"/>
              <a:gd name="connsiteX10" fmla="*/ 1931 w 4806180"/>
              <a:gd name="connsiteY10" fmla="*/ 0 h 3371636"/>
              <a:gd name="connsiteX0" fmla="*/ 1931 w 4806180"/>
              <a:gd name="connsiteY0" fmla="*/ 0 h 3371636"/>
              <a:gd name="connsiteX1" fmla="*/ 4798553 w 4806180"/>
              <a:gd name="connsiteY1" fmla="*/ 119992 h 3371636"/>
              <a:gd name="connsiteX2" fmla="*/ 4617528 w 4806180"/>
              <a:gd name="connsiteY2" fmla="*/ 856834 h 3371636"/>
              <a:gd name="connsiteX3" fmla="*/ 4272451 w 4806180"/>
              <a:gd name="connsiteY3" fmla="*/ 2145315 h 3371636"/>
              <a:gd name="connsiteX4" fmla="*/ 3626717 w 4806180"/>
              <a:gd name="connsiteY4" fmla="*/ 3122120 h 3371636"/>
              <a:gd name="connsiteX5" fmla="*/ 3052098 w 4806180"/>
              <a:gd name="connsiteY5" fmla="*/ 3342938 h 3371636"/>
              <a:gd name="connsiteX6" fmla="*/ 2083888 w 4806180"/>
              <a:gd name="connsiteY6" fmla="*/ 3325681 h 3371636"/>
              <a:gd name="connsiteX7" fmla="*/ 694383 w 4806180"/>
              <a:gd name="connsiteY7" fmla="*/ 3026148 h 3371636"/>
              <a:gd name="connsiteX8" fmla="*/ 155090 w 4806180"/>
              <a:gd name="connsiteY8" fmla="*/ 2010352 h 3371636"/>
              <a:gd name="connsiteX9" fmla="*/ 13821 w 4806180"/>
              <a:gd name="connsiteY9" fmla="*/ 1161870 h 3371636"/>
              <a:gd name="connsiteX10" fmla="*/ 1931 w 4806180"/>
              <a:gd name="connsiteY10" fmla="*/ 0 h 3371636"/>
              <a:gd name="connsiteX0" fmla="*/ 1931 w 4811631"/>
              <a:gd name="connsiteY0" fmla="*/ 0 h 3371636"/>
              <a:gd name="connsiteX1" fmla="*/ 4798553 w 4811631"/>
              <a:gd name="connsiteY1" fmla="*/ 119992 h 3371636"/>
              <a:gd name="connsiteX2" fmla="*/ 4617528 w 4811631"/>
              <a:gd name="connsiteY2" fmla="*/ 856834 h 3371636"/>
              <a:gd name="connsiteX3" fmla="*/ 4272451 w 4811631"/>
              <a:gd name="connsiteY3" fmla="*/ 2145315 h 3371636"/>
              <a:gd name="connsiteX4" fmla="*/ 3626717 w 4811631"/>
              <a:gd name="connsiteY4" fmla="*/ 3122120 h 3371636"/>
              <a:gd name="connsiteX5" fmla="*/ 3052098 w 4811631"/>
              <a:gd name="connsiteY5" fmla="*/ 3342938 h 3371636"/>
              <a:gd name="connsiteX6" fmla="*/ 2083888 w 4811631"/>
              <a:gd name="connsiteY6" fmla="*/ 3325681 h 3371636"/>
              <a:gd name="connsiteX7" fmla="*/ 694383 w 4811631"/>
              <a:gd name="connsiteY7" fmla="*/ 3026148 h 3371636"/>
              <a:gd name="connsiteX8" fmla="*/ 155090 w 4811631"/>
              <a:gd name="connsiteY8" fmla="*/ 2010352 h 3371636"/>
              <a:gd name="connsiteX9" fmla="*/ 13821 w 4811631"/>
              <a:gd name="connsiteY9" fmla="*/ 1161870 h 3371636"/>
              <a:gd name="connsiteX10" fmla="*/ 1931 w 4811631"/>
              <a:gd name="connsiteY10" fmla="*/ 0 h 3371636"/>
              <a:gd name="connsiteX0" fmla="*/ 1931 w 4811631"/>
              <a:gd name="connsiteY0" fmla="*/ 0 h 3371636"/>
              <a:gd name="connsiteX1" fmla="*/ 4798553 w 4811631"/>
              <a:gd name="connsiteY1" fmla="*/ 119992 h 3371636"/>
              <a:gd name="connsiteX2" fmla="*/ 4617528 w 4811631"/>
              <a:gd name="connsiteY2" fmla="*/ 856834 h 3371636"/>
              <a:gd name="connsiteX3" fmla="*/ 4272451 w 4811631"/>
              <a:gd name="connsiteY3" fmla="*/ 2145315 h 3371636"/>
              <a:gd name="connsiteX4" fmla="*/ 3626717 w 4811631"/>
              <a:gd name="connsiteY4" fmla="*/ 3122120 h 3371636"/>
              <a:gd name="connsiteX5" fmla="*/ 3052098 w 4811631"/>
              <a:gd name="connsiteY5" fmla="*/ 3342938 h 3371636"/>
              <a:gd name="connsiteX6" fmla="*/ 2083888 w 4811631"/>
              <a:gd name="connsiteY6" fmla="*/ 3325681 h 3371636"/>
              <a:gd name="connsiteX7" fmla="*/ 694383 w 4811631"/>
              <a:gd name="connsiteY7" fmla="*/ 3026148 h 3371636"/>
              <a:gd name="connsiteX8" fmla="*/ 155090 w 4811631"/>
              <a:gd name="connsiteY8" fmla="*/ 2010352 h 3371636"/>
              <a:gd name="connsiteX9" fmla="*/ 13821 w 4811631"/>
              <a:gd name="connsiteY9" fmla="*/ 1161870 h 3371636"/>
              <a:gd name="connsiteX10" fmla="*/ 1931 w 4811631"/>
              <a:gd name="connsiteY10" fmla="*/ 0 h 3371636"/>
              <a:gd name="connsiteX0" fmla="*/ 1931 w 4811631"/>
              <a:gd name="connsiteY0" fmla="*/ 0 h 3371636"/>
              <a:gd name="connsiteX1" fmla="*/ 4798553 w 4811631"/>
              <a:gd name="connsiteY1" fmla="*/ 119992 h 3371636"/>
              <a:gd name="connsiteX2" fmla="*/ 4617528 w 4811631"/>
              <a:gd name="connsiteY2" fmla="*/ 856834 h 3371636"/>
              <a:gd name="connsiteX3" fmla="*/ 4272451 w 4811631"/>
              <a:gd name="connsiteY3" fmla="*/ 2145315 h 3371636"/>
              <a:gd name="connsiteX4" fmla="*/ 3626717 w 4811631"/>
              <a:gd name="connsiteY4" fmla="*/ 3122120 h 3371636"/>
              <a:gd name="connsiteX5" fmla="*/ 3052098 w 4811631"/>
              <a:gd name="connsiteY5" fmla="*/ 3342938 h 3371636"/>
              <a:gd name="connsiteX6" fmla="*/ 2083888 w 4811631"/>
              <a:gd name="connsiteY6" fmla="*/ 3325681 h 3371636"/>
              <a:gd name="connsiteX7" fmla="*/ 694383 w 4811631"/>
              <a:gd name="connsiteY7" fmla="*/ 3026148 h 3371636"/>
              <a:gd name="connsiteX8" fmla="*/ 155090 w 4811631"/>
              <a:gd name="connsiteY8" fmla="*/ 2010352 h 3371636"/>
              <a:gd name="connsiteX9" fmla="*/ 13821 w 4811631"/>
              <a:gd name="connsiteY9" fmla="*/ 1161870 h 3371636"/>
              <a:gd name="connsiteX10" fmla="*/ 1931 w 4811631"/>
              <a:gd name="connsiteY10" fmla="*/ 0 h 3371636"/>
              <a:gd name="connsiteX0" fmla="*/ 458876 w 4799215"/>
              <a:gd name="connsiteY0" fmla="*/ 0 h 3264725"/>
              <a:gd name="connsiteX1" fmla="*/ 4786137 w 4799215"/>
              <a:gd name="connsiteY1" fmla="*/ 13081 h 3264725"/>
              <a:gd name="connsiteX2" fmla="*/ 4605112 w 4799215"/>
              <a:gd name="connsiteY2" fmla="*/ 749923 h 3264725"/>
              <a:gd name="connsiteX3" fmla="*/ 4260035 w 4799215"/>
              <a:gd name="connsiteY3" fmla="*/ 2038404 h 3264725"/>
              <a:gd name="connsiteX4" fmla="*/ 3614301 w 4799215"/>
              <a:gd name="connsiteY4" fmla="*/ 3015209 h 3264725"/>
              <a:gd name="connsiteX5" fmla="*/ 3039682 w 4799215"/>
              <a:gd name="connsiteY5" fmla="*/ 3236027 h 3264725"/>
              <a:gd name="connsiteX6" fmla="*/ 2071472 w 4799215"/>
              <a:gd name="connsiteY6" fmla="*/ 3218770 h 3264725"/>
              <a:gd name="connsiteX7" fmla="*/ 681967 w 4799215"/>
              <a:gd name="connsiteY7" fmla="*/ 2919237 h 3264725"/>
              <a:gd name="connsiteX8" fmla="*/ 142674 w 4799215"/>
              <a:gd name="connsiteY8" fmla="*/ 1903441 h 3264725"/>
              <a:gd name="connsiteX9" fmla="*/ 1405 w 4799215"/>
              <a:gd name="connsiteY9" fmla="*/ 1054959 h 3264725"/>
              <a:gd name="connsiteX10" fmla="*/ 458876 w 4799215"/>
              <a:gd name="connsiteY10" fmla="*/ 0 h 3264725"/>
              <a:gd name="connsiteX0" fmla="*/ 321708 w 4662047"/>
              <a:gd name="connsiteY0" fmla="*/ 0 h 3264725"/>
              <a:gd name="connsiteX1" fmla="*/ 4648969 w 4662047"/>
              <a:gd name="connsiteY1" fmla="*/ 13081 h 3264725"/>
              <a:gd name="connsiteX2" fmla="*/ 4467944 w 4662047"/>
              <a:gd name="connsiteY2" fmla="*/ 749923 h 3264725"/>
              <a:gd name="connsiteX3" fmla="*/ 4122867 w 4662047"/>
              <a:gd name="connsiteY3" fmla="*/ 2038404 h 3264725"/>
              <a:gd name="connsiteX4" fmla="*/ 3477133 w 4662047"/>
              <a:gd name="connsiteY4" fmla="*/ 3015209 h 3264725"/>
              <a:gd name="connsiteX5" fmla="*/ 2902514 w 4662047"/>
              <a:gd name="connsiteY5" fmla="*/ 3236027 h 3264725"/>
              <a:gd name="connsiteX6" fmla="*/ 1934304 w 4662047"/>
              <a:gd name="connsiteY6" fmla="*/ 3218770 h 3264725"/>
              <a:gd name="connsiteX7" fmla="*/ 544799 w 4662047"/>
              <a:gd name="connsiteY7" fmla="*/ 2919237 h 3264725"/>
              <a:gd name="connsiteX8" fmla="*/ 5506 w 4662047"/>
              <a:gd name="connsiteY8" fmla="*/ 1903441 h 3264725"/>
              <a:gd name="connsiteX9" fmla="*/ 69984 w 4662047"/>
              <a:gd name="connsiteY9" fmla="*/ 1161492 h 3264725"/>
              <a:gd name="connsiteX10" fmla="*/ 321708 w 4662047"/>
              <a:gd name="connsiteY10" fmla="*/ 0 h 3264725"/>
              <a:gd name="connsiteX0" fmla="*/ 321708 w 4662047"/>
              <a:gd name="connsiteY0" fmla="*/ 0 h 3264725"/>
              <a:gd name="connsiteX1" fmla="*/ 4648969 w 4662047"/>
              <a:gd name="connsiteY1" fmla="*/ 13081 h 3264725"/>
              <a:gd name="connsiteX2" fmla="*/ 4467944 w 4662047"/>
              <a:gd name="connsiteY2" fmla="*/ 749923 h 3264725"/>
              <a:gd name="connsiteX3" fmla="*/ 4122867 w 4662047"/>
              <a:gd name="connsiteY3" fmla="*/ 2038404 h 3264725"/>
              <a:gd name="connsiteX4" fmla="*/ 3477133 w 4662047"/>
              <a:gd name="connsiteY4" fmla="*/ 3015209 h 3264725"/>
              <a:gd name="connsiteX5" fmla="*/ 2902514 w 4662047"/>
              <a:gd name="connsiteY5" fmla="*/ 3236027 h 3264725"/>
              <a:gd name="connsiteX6" fmla="*/ 1934304 w 4662047"/>
              <a:gd name="connsiteY6" fmla="*/ 3218770 h 3264725"/>
              <a:gd name="connsiteX7" fmla="*/ 544799 w 4662047"/>
              <a:gd name="connsiteY7" fmla="*/ 2919237 h 3264725"/>
              <a:gd name="connsiteX8" fmla="*/ 5506 w 4662047"/>
              <a:gd name="connsiteY8" fmla="*/ 1903441 h 3264725"/>
              <a:gd name="connsiteX9" fmla="*/ 69984 w 4662047"/>
              <a:gd name="connsiteY9" fmla="*/ 1161492 h 3264725"/>
              <a:gd name="connsiteX10" fmla="*/ 321708 w 4662047"/>
              <a:gd name="connsiteY10" fmla="*/ 0 h 3264725"/>
              <a:gd name="connsiteX0" fmla="*/ 258034 w 4598373"/>
              <a:gd name="connsiteY0" fmla="*/ 0 h 3264725"/>
              <a:gd name="connsiteX1" fmla="*/ 4585295 w 4598373"/>
              <a:gd name="connsiteY1" fmla="*/ 13081 h 3264725"/>
              <a:gd name="connsiteX2" fmla="*/ 4404270 w 4598373"/>
              <a:gd name="connsiteY2" fmla="*/ 749923 h 3264725"/>
              <a:gd name="connsiteX3" fmla="*/ 4059193 w 4598373"/>
              <a:gd name="connsiteY3" fmla="*/ 2038404 h 3264725"/>
              <a:gd name="connsiteX4" fmla="*/ 3413459 w 4598373"/>
              <a:gd name="connsiteY4" fmla="*/ 3015209 h 3264725"/>
              <a:gd name="connsiteX5" fmla="*/ 2838840 w 4598373"/>
              <a:gd name="connsiteY5" fmla="*/ 3236027 h 3264725"/>
              <a:gd name="connsiteX6" fmla="*/ 1870630 w 4598373"/>
              <a:gd name="connsiteY6" fmla="*/ 3218770 h 3264725"/>
              <a:gd name="connsiteX7" fmla="*/ 481125 w 4598373"/>
              <a:gd name="connsiteY7" fmla="*/ 2919237 h 3264725"/>
              <a:gd name="connsiteX8" fmla="*/ 6310 w 4598373"/>
              <a:gd name="connsiteY8" fmla="*/ 1161492 h 3264725"/>
              <a:gd name="connsiteX9" fmla="*/ 258034 w 4598373"/>
              <a:gd name="connsiteY9" fmla="*/ 0 h 3264725"/>
              <a:gd name="connsiteX0" fmla="*/ 258034 w 4798051"/>
              <a:gd name="connsiteY0" fmla="*/ 0 h 3264725"/>
              <a:gd name="connsiteX1" fmla="*/ 4585295 w 4798051"/>
              <a:gd name="connsiteY1" fmla="*/ 13081 h 3264725"/>
              <a:gd name="connsiteX2" fmla="*/ 4059193 w 4798051"/>
              <a:gd name="connsiteY2" fmla="*/ 2038404 h 3264725"/>
              <a:gd name="connsiteX3" fmla="*/ 3413459 w 4798051"/>
              <a:gd name="connsiteY3" fmla="*/ 3015209 h 3264725"/>
              <a:gd name="connsiteX4" fmla="*/ 2838840 w 4798051"/>
              <a:gd name="connsiteY4" fmla="*/ 3236027 h 3264725"/>
              <a:gd name="connsiteX5" fmla="*/ 1870630 w 4798051"/>
              <a:gd name="connsiteY5" fmla="*/ 3218770 h 3264725"/>
              <a:gd name="connsiteX6" fmla="*/ 481125 w 4798051"/>
              <a:gd name="connsiteY6" fmla="*/ 2919237 h 3264725"/>
              <a:gd name="connsiteX7" fmla="*/ 6310 w 4798051"/>
              <a:gd name="connsiteY7" fmla="*/ 1161492 h 3264725"/>
              <a:gd name="connsiteX8" fmla="*/ 258034 w 4798051"/>
              <a:gd name="connsiteY8" fmla="*/ 0 h 3264725"/>
              <a:gd name="connsiteX0" fmla="*/ 258034 w 4585296"/>
              <a:gd name="connsiteY0" fmla="*/ 0 h 3264725"/>
              <a:gd name="connsiteX1" fmla="*/ 4585295 w 4585296"/>
              <a:gd name="connsiteY1" fmla="*/ 13081 h 3264725"/>
              <a:gd name="connsiteX2" fmla="*/ 4059193 w 4585296"/>
              <a:gd name="connsiteY2" fmla="*/ 2038404 h 3264725"/>
              <a:gd name="connsiteX3" fmla="*/ 3413459 w 4585296"/>
              <a:gd name="connsiteY3" fmla="*/ 3015209 h 3264725"/>
              <a:gd name="connsiteX4" fmla="*/ 2838840 w 4585296"/>
              <a:gd name="connsiteY4" fmla="*/ 3236027 h 3264725"/>
              <a:gd name="connsiteX5" fmla="*/ 1870630 w 4585296"/>
              <a:gd name="connsiteY5" fmla="*/ 3218770 h 3264725"/>
              <a:gd name="connsiteX6" fmla="*/ 481125 w 4585296"/>
              <a:gd name="connsiteY6" fmla="*/ 2919237 h 3264725"/>
              <a:gd name="connsiteX7" fmla="*/ 6310 w 4585296"/>
              <a:gd name="connsiteY7" fmla="*/ 1161492 h 3264725"/>
              <a:gd name="connsiteX8" fmla="*/ 258034 w 4585296"/>
              <a:gd name="connsiteY8" fmla="*/ 0 h 3264725"/>
              <a:gd name="connsiteX0" fmla="*/ 258034 w 4585295"/>
              <a:gd name="connsiteY0" fmla="*/ 0 h 3292087"/>
              <a:gd name="connsiteX1" fmla="*/ 4585295 w 4585295"/>
              <a:gd name="connsiteY1" fmla="*/ 13081 h 3292087"/>
              <a:gd name="connsiteX2" fmla="*/ 4059193 w 4585295"/>
              <a:gd name="connsiteY2" fmla="*/ 2038404 h 3292087"/>
              <a:gd name="connsiteX3" fmla="*/ 3413459 w 4585295"/>
              <a:gd name="connsiteY3" fmla="*/ 3015209 h 3292087"/>
              <a:gd name="connsiteX4" fmla="*/ 2838840 w 4585295"/>
              <a:gd name="connsiteY4" fmla="*/ 3236027 h 3292087"/>
              <a:gd name="connsiteX5" fmla="*/ 1899983 w 4585295"/>
              <a:gd name="connsiteY5" fmla="*/ 3291175 h 3292087"/>
              <a:gd name="connsiteX6" fmla="*/ 481125 w 4585295"/>
              <a:gd name="connsiteY6" fmla="*/ 2919237 h 3292087"/>
              <a:gd name="connsiteX7" fmla="*/ 6310 w 4585295"/>
              <a:gd name="connsiteY7" fmla="*/ 1161492 h 3292087"/>
              <a:gd name="connsiteX8" fmla="*/ 258034 w 4585295"/>
              <a:gd name="connsiteY8" fmla="*/ 0 h 3292087"/>
              <a:gd name="connsiteX0" fmla="*/ 258034 w 4585295"/>
              <a:gd name="connsiteY0" fmla="*/ 0 h 3292087"/>
              <a:gd name="connsiteX1" fmla="*/ 4585295 w 4585295"/>
              <a:gd name="connsiteY1" fmla="*/ 13081 h 3292087"/>
              <a:gd name="connsiteX2" fmla="*/ 4059193 w 4585295"/>
              <a:gd name="connsiteY2" fmla="*/ 2038404 h 3292087"/>
              <a:gd name="connsiteX3" fmla="*/ 3413459 w 4585295"/>
              <a:gd name="connsiteY3" fmla="*/ 3015209 h 3292087"/>
              <a:gd name="connsiteX4" fmla="*/ 2838840 w 4585295"/>
              <a:gd name="connsiteY4" fmla="*/ 3236027 h 3292087"/>
              <a:gd name="connsiteX5" fmla="*/ 1899983 w 4585295"/>
              <a:gd name="connsiteY5" fmla="*/ 3291175 h 3292087"/>
              <a:gd name="connsiteX6" fmla="*/ 481125 w 4585295"/>
              <a:gd name="connsiteY6" fmla="*/ 2919237 h 3292087"/>
              <a:gd name="connsiteX7" fmla="*/ 6310 w 4585295"/>
              <a:gd name="connsiteY7" fmla="*/ 1161492 h 3292087"/>
              <a:gd name="connsiteX8" fmla="*/ 258034 w 4585295"/>
              <a:gd name="connsiteY8" fmla="*/ 0 h 3292087"/>
              <a:gd name="connsiteX0" fmla="*/ 181940 w 4594182"/>
              <a:gd name="connsiteY0" fmla="*/ 0 h 3557030"/>
              <a:gd name="connsiteX1" fmla="*/ 4594182 w 4594182"/>
              <a:gd name="connsiteY1" fmla="*/ 278024 h 3557030"/>
              <a:gd name="connsiteX2" fmla="*/ 4068080 w 4594182"/>
              <a:gd name="connsiteY2" fmla="*/ 2303347 h 3557030"/>
              <a:gd name="connsiteX3" fmla="*/ 3422346 w 4594182"/>
              <a:gd name="connsiteY3" fmla="*/ 3280152 h 3557030"/>
              <a:gd name="connsiteX4" fmla="*/ 2847727 w 4594182"/>
              <a:gd name="connsiteY4" fmla="*/ 3500970 h 3557030"/>
              <a:gd name="connsiteX5" fmla="*/ 1908870 w 4594182"/>
              <a:gd name="connsiteY5" fmla="*/ 3556118 h 3557030"/>
              <a:gd name="connsiteX6" fmla="*/ 490012 w 4594182"/>
              <a:gd name="connsiteY6" fmla="*/ 3184180 h 3557030"/>
              <a:gd name="connsiteX7" fmla="*/ 15197 w 4594182"/>
              <a:gd name="connsiteY7" fmla="*/ 1426435 h 3557030"/>
              <a:gd name="connsiteX8" fmla="*/ 181940 w 4594182"/>
              <a:gd name="connsiteY8" fmla="*/ 0 h 3557030"/>
              <a:gd name="connsiteX0" fmla="*/ 159801 w 4601400"/>
              <a:gd name="connsiteY0" fmla="*/ 1 h 3768667"/>
              <a:gd name="connsiteX1" fmla="*/ 4601400 w 4601400"/>
              <a:gd name="connsiteY1" fmla="*/ 489661 h 3768667"/>
              <a:gd name="connsiteX2" fmla="*/ 4075298 w 4601400"/>
              <a:gd name="connsiteY2" fmla="*/ 2514984 h 3768667"/>
              <a:gd name="connsiteX3" fmla="*/ 3429564 w 4601400"/>
              <a:gd name="connsiteY3" fmla="*/ 3491789 h 3768667"/>
              <a:gd name="connsiteX4" fmla="*/ 2854945 w 4601400"/>
              <a:gd name="connsiteY4" fmla="*/ 3712607 h 3768667"/>
              <a:gd name="connsiteX5" fmla="*/ 1916088 w 4601400"/>
              <a:gd name="connsiteY5" fmla="*/ 3767755 h 3768667"/>
              <a:gd name="connsiteX6" fmla="*/ 497230 w 4601400"/>
              <a:gd name="connsiteY6" fmla="*/ 3395817 h 3768667"/>
              <a:gd name="connsiteX7" fmla="*/ 22415 w 4601400"/>
              <a:gd name="connsiteY7" fmla="*/ 1638072 h 3768667"/>
              <a:gd name="connsiteX8" fmla="*/ 159801 w 4601400"/>
              <a:gd name="connsiteY8" fmla="*/ 1 h 3768667"/>
            </a:gdLst>
            <a:rect l="l" t="t" r="r" b="b"/>
            <a:pathLst>
              <a:path w="4601400" h="3768667">
                <a:moveTo>
                  <a:pt x="159801" y="1"/>
                </a:moveTo>
                <a:cubicBezTo>
                  <a:pt x="1630548" y="92676"/>
                  <a:pt x="3130653" y="396986"/>
                  <a:pt x="4601400" y="489661"/>
                </a:cubicBezTo>
                <a:cubicBezTo>
                  <a:pt x="4465883" y="1545762"/>
                  <a:pt x="4270604" y="2014629"/>
                  <a:pt x="4075298" y="2514984"/>
                </a:cubicBezTo>
                <a:cubicBezTo>
                  <a:pt x="4050687" y="2611573"/>
                  <a:pt x="3571157" y="3366352"/>
                  <a:pt x="3429564" y="3491789"/>
                </a:cubicBezTo>
                <a:cubicBezTo>
                  <a:pt x="3317890" y="3584815"/>
                  <a:pt x="3037572" y="3644389"/>
                  <a:pt x="2854945" y="3712607"/>
                </a:cubicBezTo>
                <a:cubicBezTo>
                  <a:pt x="2479985" y="3787308"/>
                  <a:pt x="2178814" y="3764612"/>
                  <a:pt x="1916088" y="3767755"/>
                </a:cubicBezTo>
                <a:cubicBezTo>
                  <a:pt x="1653362" y="3770898"/>
                  <a:pt x="735866" y="3467122"/>
                  <a:pt x="497230" y="3395817"/>
                </a:cubicBezTo>
                <a:cubicBezTo>
                  <a:pt x="19204" y="2712818"/>
                  <a:pt x="59597" y="2124611"/>
                  <a:pt x="22415" y="1638072"/>
                </a:cubicBezTo>
                <a:cubicBezTo>
                  <a:pt x="-8910" y="1367065"/>
                  <a:pt x="-37735" y="539630"/>
                  <a:pt x="159801" y="1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Freeform: Shape 8">
            <a:extLst xmlns:a="http://schemas.openxmlformats.org/drawingml/2006/main">
              <a:ext uri="{FF2B5EF4-FFF2-40B4-BE49-F238E27FC236}">
                <a16:creationId xmlns:a16="http://schemas.microsoft.com/office/drawing/2014/main" id="{8277E407-7A9E-FC37-F619-CD34117C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691777" flipH="1" flipV="0">
            <a:off x="-17497039" y="5164811"/>
            <a:ext cx="2174500" cy="1003894"/>
          </a:xfrm>
          <a:custGeom xmlns:a="http://schemas.openxmlformats.org/drawingml/2006/main"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</a:gdLst>
            <a:rect l="l" t="t" r="r" b="b"/>
            <a:pathLst>
              <a:path w="3429855" h="1967436">
                <a:moveTo>
                  <a:pt x="3383099" y="1967436"/>
                </a:moveTo>
                <a:lnTo>
                  <a:pt x="103200" y="1967436"/>
                </a:lnTo>
                <a:lnTo>
                  <a:pt x="96094" y="1904172"/>
                </a:lnTo>
                <a:cubicBezTo>
                  <a:pt x="59860" y="1517992"/>
                  <a:pt x="52689" y="1111230"/>
                  <a:pt x="30923" y="873691"/>
                </a:cubicBezTo>
                <a:cubicBezTo>
                  <a:pt x="8050" y="534740"/>
                  <a:pt x="-14733" y="250973"/>
                  <a:pt x="12232" y="0"/>
                </a:cubicBezTo>
                <a:lnTo>
                  <a:pt x="3416309" y="4176"/>
                </a:lnTo>
                <a:cubicBezTo>
                  <a:pt x="3456320" y="24310"/>
                  <a:pt x="3393264" y="897693"/>
                  <a:pt x="3410360" y="1246580"/>
                </a:cubicBezTo>
                <a:cubicBezTo>
                  <a:pt x="3415471" y="1465705"/>
                  <a:pt x="3409967" y="1696133"/>
                  <a:pt x="3389093" y="1921570"/>
                </a:cubicBezTo>
                <a:close/>
              </a:path>
            </a:pathLst>
          </a:custGeom>
          <a:solidFill xmlns:a="http://schemas.openxmlformats.org/drawingml/2006/main">
            <a:schemeClr val="accent1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tar: 7 Points 2">
            <a:extLst xmlns:a="http://schemas.openxmlformats.org/drawingml/2006/main">
              <a:ext uri="{FF2B5EF4-FFF2-40B4-BE49-F238E27FC236}">
                <a16:creationId xmlns:a16="http://schemas.microsoft.com/office/drawing/2014/main" id="{9670498C-1B66-7269-8740-DECC8574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4981183" flipH="1" flipV="0">
            <a:off x="-19145054" y="3007417"/>
            <a:ext cx="2174300" cy="2244549"/>
          </a:xfrm>
          <a:custGeom xmlns:a="http://schemas.openxmlformats.org/drawingml/2006/main"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614529 h 4485695"/>
              <a:gd name="connsiteX1" fmla="*/ 1247571 w 5095972"/>
              <a:gd name="connsiteY1" fmla="*/ 1969496 h 4485695"/>
              <a:gd name="connsiteX2" fmla="*/ 582112 w 5095972"/>
              <a:gd name="connsiteY2" fmla="*/ 1194259 h 4485695"/>
              <a:gd name="connsiteX3" fmla="*/ 457035 w 5095972"/>
              <a:gd name="connsiteY3" fmla="*/ 844684 h 4485695"/>
              <a:gd name="connsiteX4" fmla="*/ 867546 w 5095972"/>
              <a:gd name="connsiteY4" fmla="*/ 822942 h 4485695"/>
              <a:gd name="connsiteX5" fmla="*/ 1966018 w 5095972"/>
              <a:gd name="connsiteY5" fmla="*/ 1088448 h 4485695"/>
              <a:gd name="connsiteX6" fmla="*/ 2861175 w 5095972"/>
              <a:gd name="connsiteY6" fmla="*/ 0 h 4485695"/>
              <a:gd name="connsiteX7" fmla="*/ 3146302 w 5095972"/>
              <a:gd name="connsiteY7" fmla="*/ 1087312 h 4485695"/>
              <a:gd name="connsiteX8" fmla="*/ 4148777 w 5095972"/>
              <a:gd name="connsiteY8" fmla="*/ 464254 h 4485695"/>
              <a:gd name="connsiteX9" fmla="*/ 4680372 w 5095972"/>
              <a:gd name="connsiteY9" fmla="*/ 519822 h 4485695"/>
              <a:gd name="connsiteX10" fmla="*/ 4255280 w 5095972"/>
              <a:gd name="connsiteY10" fmla="*/ 1289589 h 4485695"/>
              <a:gd name="connsiteX11" fmla="*/ 3905187 w 5095972"/>
              <a:gd name="connsiteY11" fmla="*/ 1821583 h 4485695"/>
              <a:gd name="connsiteX12" fmla="*/ 4477698 w 5095972"/>
              <a:gd name="connsiteY12" fmla="*/ 1928245 h 4485695"/>
              <a:gd name="connsiteX13" fmla="*/ 5084889 w 5095972"/>
              <a:gd name="connsiteY13" fmla="*/ 2147987 h 4485695"/>
              <a:gd name="connsiteX14" fmla="*/ 4694264 w 5095972"/>
              <a:gd name="connsiteY14" fmla="*/ 2440895 h 4485695"/>
              <a:gd name="connsiteX15" fmla="*/ 3961178 w 5095972"/>
              <a:gd name="connsiteY15" fmla="*/ 2675005 h 4485695"/>
              <a:gd name="connsiteX16" fmla="*/ 4479678 w 5095972"/>
              <a:gd name="connsiteY16" fmla="*/ 3578772 h 4485695"/>
              <a:gd name="connsiteX17" fmla="*/ 4272550 w 5095972"/>
              <a:gd name="connsiteY17" fmla="*/ 3740433 h 4485695"/>
              <a:gd name="connsiteX18" fmla="*/ 3249533 w 5095972"/>
              <a:gd name="connsiteY18" fmla="*/ 3316071 h 4485695"/>
              <a:gd name="connsiteX19" fmla="*/ 3123234 w 5095972"/>
              <a:gd name="connsiteY19" fmla="*/ 4354243 h 4485695"/>
              <a:gd name="connsiteX20" fmla="*/ 2790770 w 5095972"/>
              <a:gd name="connsiteY20" fmla="*/ 4405911 h 4485695"/>
              <a:gd name="connsiteX21" fmla="*/ 2431760 w 5095972"/>
              <a:gd name="connsiteY21" fmla="*/ 3606889 h 4485695"/>
              <a:gd name="connsiteX22" fmla="*/ 1693537 w 5095972"/>
              <a:gd name="connsiteY22" fmla="*/ 4159744 h 4485695"/>
              <a:gd name="connsiteX23" fmla="*/ 1176032 w 5095972"/>
              <a:gd name="connsiteY23" fmla="*/ 4110373 h 4485695"/>
              <a:gd name="connsiteX24" fmla="*/ 1559781 w 5095972"/>
              <a:gd name="connsiteY24" fmla="*/ 2790393 h 4485695"/>
              <a:gd name="connsiteX25" fmla="*/ 388250 w 5095972"/>
              <a:gd name="connsiteY25" fmla="*/ 2886283 h 4485695"/>
              <a:gd name="connsiteX26" fmla="*/ 40328 w 5095972"/>
              <a:gd name="connsiteY26" fmla="*/ 2614529 h 4485695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4477698 w 5095972"/>
              <a:gd name="connsiteY11" fmla="*/ 2119647 h 4677097"/>
              <a:gd name="connsiteX12" fmla="*/ 5084889 w 5095972"/>
              <a:gd name="connsiteY12" fmla="*/ 2339389 h 4677097"/>
              <a:gd name="connsiteX13" fmla="*/ 4694264 w 5095972"/>
              <a:gd name="connsiteY13" fmla="*/ 2632297 h 4677097"/>
              <a:gd name="connsiteX14" fmla="*/ 3961178 w 5095972"/>
              <a:gd name="connsiteY14" fmla="*/ 2866407 h 4677097"/>
              <a:gd name="connsiteX15" fmla="*/ 4479678 w 5095972"/>
              <a:gd name="connsiteY15" fmla="*/ 3770174 h 4677097"/>
              <a:gd name="connsiteX16" fmla="*/ 4272550 w 5095972"/>
              <a:gd name="connsiteY16" fmla="*/ 3931835 h 4677097"/>
              <a:gd name="connsiteX17" fmla="*/ 3249533 w 5095972"/>
              <a:gd name="connsiteY17" fmla="*/ 3507473 h 4677097"/>
              <a:gd name="connsiteX18" fmla="*/ 3123234 w 5095972"/>
              <a:gd name="connsiteY18" fmla="*/ 4545645 h 4677097"/>
              <a:gd name="connsiteX19" fmla="*/ 2790770 w 5095972"/>
              <a:gd name="connsiteY19" fmla="*/ 4597313 h 4677097"/>
              <a:gd name="connsiteX20" fmla="*/ 2431760 w 5095972"/>
              <a:gd name="connsiteY20" fmla="*/ 3798291 h 4677097"/>
              <a:gd name="connsiteX21" fmla="*/ 1693537 w 5095972"/>
              <a:gd name="connsiteY21" fmla="*/ 4351146 h 4677097"/>
              <a:gd name="connsiteX22" fmla="*/ 1176032 w 5095972"/>
              <a:gd name="connsiteY22" fmla="*/ 4301775 h 4677097"/>
              <a:gd name="connsiteX23" fmla="*/ 1559781 w 5095972"/>
              <a:gd name="connsiteY23" fmla="*/ 2981795 h 4677097"/>
              <a:gd name="connsiteX24" fmla="*/ 388250 w 5095972"/>
              <a:gd name="connsiteY24" fmla="*/ 3077685 h 4677097"/>
              <a:gd name="connsiteX25" fmla="*/ 40328 w 5095972"/>
              <a:gd name="connsiteY25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4272550 w 5095972"/>
              <a:gd name="connsiteY15" fmla="*/ 3931835 h 4677097"/>
              <a:gd name="connsiteX16" fmla="*/ 3249533 w 5095972"/>
              <a:gd name="connsiteY16" fmla="*/ 3507473 h 4677097"/>
              <a:gd name="connsiteX17" fmla="*/ 3123234 w 5095972"/>
              <a:gd name="connsiteY17" fmla="*/ 4545645 h 4677097"/>
              <a:gd name="connsiteX18" fmla="*/ 2790770 w 5095972"/>
              <a:gd name="connsiteY18" fmla="*/ 4597313 h 4677097"/>
              <a:gd name="connsiteX19" fmla="*/ 2431760 w 5095972"/>
              <a:gd name="connsiteY19" fmla="*/ 3798291 h 4677097"/>
              <a:gd name="connsiteX20" fmla="*/ 1693537 w 5095972"/>
              <a:gd name="connsiteY20" fmla="*/ 4351146 h 4677097"/>
              <a:gd name="connsiteX21" fmla="*/ 1176032 w 5095972"/>
              <a:gd name="connsiteY21" fmla="*/ 4301775 h 4677097"/>
              <a:gd name="connsiteX22" fmla="*/ 1559781 w 5095972"/>
              <a:gd name="connsiteY22" fmla="*/ 2981795 h 4677097"/>
              <a:gd name="connsiteX23" fmla="*/ 388250 w 5095972"/>
              <a:gd name="connsiteY23" fmla="*/ 3077685 h 4677097"/>
              <a:gd name="connsiteX24" fmla="*/ 40328 w 5095972"/>
              <a:gd name="connsiteY24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3249533 w 5095972"/>
              <a:gd name="connsiteY15" fmla="*/ 3507473 h 4677097"/>
              <a:gd name="connsiteX16" fmla="*/ 3123234 w 5095972"/>
              <a:gd name="connsiteY16" fmla="*/ 4545645 h 4677097"/>
              <a:gd name="connsiteX17" fmla="*/ 2790770 w 5095972"/>
              <a:gd name="connsiteY17" fmla="*/ 4597313 h 4677097"/>
              <a:gd name="connsiteX18" fmla="*/ 2431760 w 5095972"/>
              <a:gd name="connsiteY18" fmla="*/ 3798291 h 4677097"/>
              <a:gd name="connsiteX19" fmla="*/ 1693537 w 5095972"/>
              <a:gd name="connsiteY19" fmla="*/ 4351146 h 4677097"/>
              <a:gd name="connsiteX20" fmla="*/ 1176032 w 5095972"/>
              <a:gd name="connsiteY20" fmla="*/ 4301775 h 4677097"/>
              <a:gd name="connsiteX21" fmla="*/ 1559781 w 5095972"/>
              <a:gd name="connsiteY21" fmla="*/ 2981795 h 4677097"/>
              <a:gd name="connsiteX22" fmla="*/ 388250 w 5095972"/>
              <a:gd name="connsiteY22" fmla="*/ 3077685 h 4677097"/>
              <a:gd name="connsiteX23" fmla="*/ 40328 w 5095972"/>
              <a:gd name="connsiteY23" fmla="*/ 2805931 h 4677097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693537 w 5095972"/>
              <a:gd name="connsiteY18" fmla="*/ 4351146 h 4547858"/>
              <a:gd name="connsiteX19" fmla="*/ 1176032 w 5095972"/>
              <a:gd name="connsiteY19" fmla="*/ 4301775 h 4547858"/>
              <a:gd name="connsiteX20" fmla="*/ 1559781 w 5095972"/>
              <a:gd name="connsiteY20" fmla="*/ 2981795 h 4547858"/>
              <a:gd name="connsiteX21" fmla="*/ 388250 w 5095972"/>
              <a:gd name="connsiteY21" fmla="*/ 3077685 h 4547858"/>
              <a:gd name="connsiteX22" fmla="*/ 40328 w 5095972"/>
              <a:gd name="connsiteY22" fmla="*/ 2805931 h 4547858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176032 w 5095972"/>
              <a:gd name="connsiteY18" fmla="*/ 4301775 h 4547858"/>
              <a:gd name="connsiteX19" fmla="*/ 1559781 w 5095972"/>
              <a:gd name="connsiteY19" fmla="*/ 2981795 h 4547858"/>
              <a:gd name="connsiteX20" fmla="*/ 388250 w 5095972"/>
              <a:gd name="connsiteY20" fmla="*/ 3077685 h 4547858"/>
              <a:gd name="connsiteX21" fmla="*/ 40328 w 5095972"/>
              <a:gd name="connsiteY21" fmla="*/ 2805931 h 4547858"/>
              <a:gd name="connsiteX0" fmla="*/ 40328 w 5095972"/>
              <a:gd name="connsiteY0" fmla="*/ 2805931 h 4842127"/>
              <a:gd name="connsiteX1" fmla="*/ 1247571 w 5095972"/>
              <a:gd name="connsiteY1" fmla="*/ 2160898 h 4842127"/>
              <a:gd name="connsiteX2" fmla="*/ 582112 w 5095972"/>
              <a:gd name="connsiteY2" fmla="*/ 1385661 h 4842127"/>
              <a:gd name="connsiteX3" fmla="*/ 457035 w 5095972"/>
              <a:gd name="connsiteY3" fmla="*/ 1036086 h 4842127"/>
              <a:gd name="connsiteX4" fmla="*/ 867546 w 5095972"/>
              <a:gd name="connsiteY4" fmla="*/ 1014344 h 4842127"/>
              <a:gd name="connsiteX5" fmla="*/ 1966018 w 5095972"/>
              <a:gd name="connsiteY5" fmla="*/ 1279850 h 4842127"/>
              <a:gd name="connsiteX6" fmla="*/ 2749948 w 5095972"/>
              <a:gd name="connsiteY6" fmla="*/ 0 h 4842127"/>
              <a:gd name="connsiteX7" fmla="*/ 3146302 w 5095972"/>
              <a:gd name="connsiteY7" fmla="*/ 1278714 h 4842127"/>
              <a:gd name="connsiteX8" fmla="*/ 4680372 w 5095972"/>
              <a:gd name="connsiteY8" fmla="*/ 711224 h 4842127"/>
              <a:gd name="connsiteX9" fmla="*/ 4255280 w 5095972"/>
              <a:gd name="connsiteY9" fmla="*/ 1480991 h 4842127"/>
              <a:gd name="connsiteX10" fmla="*/ 3905187 w 5095972"/>
              <a:gd name="connsiteY10" fmla="*/ 2012985 h 4842127"/>
              <a:gd name="connsiteX11" fmla="*/ 5084889 w 5095972"/>
              <a:gd name="connsiteY11" fmla="*/ 2339389 h 4842127"/>
              <a:gd name="connsiteX12" fmla="*/ 4694264 w 5095972"/>
              <a:gd name="connsiteY12" fmla="*/ 2632297 h 4842127"/>
              <a:gd name="connsiteX13" fmla="*/ 3961178 w 5095972"/>
              <a:gd name="connsiteY13" fmla="*/ 2866407 h 4842127"/>
              <a:gd name="connsiteX14" fmla="*/ 4479678 w 5095972"/>
              <a:gd name="connsiteY14" fmla="*/ 3770174 h 4842127"/>
              <a:gd name="connsiteX15" fmla="*/ 3249533 w 5095972"/>
              <a:gd name="connsiteY15" fmla="*/ 3507473 h 4842127"/>
              <a:gd name="connsiteX16" fmla="*/ 3166568 w 5095972"/>
              <a:gd name="connsiteY16" fmla="*/ 4840512 h 4842127"/>
              <a:gd name="connsiteX17" fmla="*/ 2431760 w 5095972"/>
              <a:gd name="connsiteY17" fmla="*/ 3798291 h 4842127"/>
              <a:gd name="connsiteX18" fmla="*/ 1176032 w 5095972"/>
              <a:gd name="connsiteY18" fmla="*/ 4301775 h 4842127"/>
              <a:gd name="connsiteX19" fmla="*/ 1559781 w 5095972"/>
              <a:gd name="connsiteY19" fmla="*/ 2981795 h 4842127"/>
              <a:gd name="connsiteX20" fmla="*/ 388250 w 5095972"/>
              <a:gd name="connsiteY20" fmla="*/ 3077685 h 4842127"/>
              <a:gd name="connsiteX21" fmla="*/ 40328 w 5095972"/>
              <a:gd name="connsiteY21" fmla="*/ 2805931 h 4842127"/>
              <a:gd name="connsiteX0" fmla="*/ 40328 w 5095972"/>
              <a:gd name="connsiteY0" fmla="*/ 2805931 h 4842017"/>
              <a:gd name="connsiteX1" fmla="*/ 1247571 w 5095972"/>
              <a:gd name="connsiteY1" fmla="*/ 2160898 h 4842017"/>
              <a:gd name="connsiteX2" fmla="*/ 582112 w 5095972"/>
              <a:gd name="connsiteY2" fmla="*/ 1385661 h 4842017"/>
              <a:gd name="connsiteX3" fmla="*/ 457035 w 5095972"/>
              <a:gd name="connsiteY3" fmla="*/ 1036086 h 4842017"/>
              <a:gd name="connsiteX4" fmla="*/ 867546 w 5095972"/>
              <a:gd name="connsiteY4" fmla="*/ 1014344 h 4842017"/>
              <a:gd name="connsiteX5" fmla="*/ 1966018 w 5095972"/>
              <a:gd name="connsiteY5" fmla="*/ 1279850 h 4842017"/>
              <a:gd name="connsiteX6" fmla="*/ 2749948 w 5095972"/>
              <a:gd name="connsiteY6" fmla="*/ 0 h 4842017"/>
              <a:gd name="connsiteX7" fmla="*/ 3146302 w 5095972"/>
              <a:gd name="connsiteY7" fmla="*/ 1278714 h 4842017"/>
              <a:gd name="connsiteX8" fmla="*/ 4680372 w 5095972"/>
              <a:gd name="connsiteY8" fmla="*/ 711224 h 4842017"/>
              <a:gd name="connsiteX9" fmla="*/ 4255280 w 5095972"/>
              <a:gd name="connsiteY9" fmla="*/ 1480991 h 4842017"/>
              <a:gd name="connsiteX10" fmla="*/ 3905187 w 5095972"/>
              <a:gd name="connsiteY10" fmla="*/ 2012985 h 4842017"/>
              <a:gd name="connsiteX11" fmla="*/ 5084889 w 5095972"/>
              <a:gd name="connsiteY11" fmla="*/ 2339389 h 4842017"/>
              <a:gd name="connsiteX12" fmla="*/ 4694264 w 5095972"/>
              <a:gd name="connsiteY12" fmla="*/ 2632297 h 4842017"/>
              <a:gd name="connsiteX13" fmla="*/ 3961178 w 5095972"/>
              <a:gd name="connsiteY13" fmla="*/ 2866407 h 4842017"/>
              <a:gd name="connsiteX14" fmla="*/ 4479678 w 5095972"/>
              <a:gd name="connsiteY14" fmla="*/ 3770174 h 4842017"/>
              <a:gd name="connsiteX15" fmla="*/ 3249533 w 5095972"/>
              <a:gd name="connsiteY15" fmla="*/ 3507473 h 4842017"/>
              <a:gd name="connsiteX16" fmla="*/ 3166568 w 5095972"/>
              <a:gd name="connsiteY16" fmla="*/ 4840512 h 4842017"/>
              <a:gd name="connsiteX17" fmla="*/ 2404406 w 5095972"/>
              <a:gd name="connsiteY17" fmla="*/ 3718173 h 4842017"/>
              <a:gd name="connsiteX18" fmla="*/ 1176032 w 5095972"/>
              <a:gd name="connsiteY18" fmla="*/ 4301775 h 4842017"/>
              <a:gd name="connsiteX19" fmla="*/ 1559781 w 5095972"/>
              <a:gd name="connsiteY19" fmla="*/ 2981795 h 4842017"/>
              <a:gd name="connsiteX20" fmla="*/ 388250 w 5095972"/>
              <a:gd name="connsiteY20" fmla="*/ 3077685 h 4842017"/>
              <a:gd name="connsiteX21" fmla="*/ 40328 w 5095972"/>
              <a:gd name="connsiteY21" fmla="*/ 2805931 h 4842017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075419 w 5095972"/>
              <a:gd name="connsiteY18" fmla="*/ 4437056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0 w 5055644"/>
              <a:gd name="connsiteY0" fmla="*/ 2805931 h 4841960"/>
              <a:gd name="connsiteX1" fmla="*/ 1207243 w 5055644"/>
              <a:gd name="connsiteY1" fmla="*/ 2160898 h 4841960"/>
              <a:gd name="connsiteX2" fmla="*/ 541784 w 5055644"/>
              <a:gd name="connsiteY2" fmla="*/ 1385661 h 4841960"/>
              <a:gd name="connsiteX3" fmla="*/ 416707 w 5055644"/>
              <a:gd name="connsiteY3" fmla="*/ 1036086 h 4841960"/>
              <a:gd name="connsiteX4" fmla="*/ 827218 w 5055644"/>
              <a:gd name="connsiteY4" fmla="*/ 1014344 h 4841960"/>
              <a:gd name="connsiteX5" fmla="*/ 1925690 w 5055644"/>
              <a:gd name="connsiteY5" fmla="*/ 1279850 h 4841960"/>
              <a:gd name="connsiteX6" fmla="*/ 2709620 w 5055644"/>
              <a:gd name="connsiteY6" fmla="*/ 0 h 4841960"/>
              <a:gd name="connsiteX7" fmla="*/ 3105974 w 5055644"/>
              <a:gd name="connsiteY7" fmla="*/ 1278714 h 4841960"/>
              <a:gd name="connsiteX8" fmla="*/ 4640044 w 5055644"/>
              <a:gd name="connsiteY8" fmla="*/ 711224 h 4841960"/>
              <a:gd name="connsiteX9" fmla="*/ 4214952 w 5055644"/>
              <a:gd name="connsiteY9" fmla="*/ 1480991 h 4841960"/>
              <a:gd name="connsiteX10" fmla="*/ 3864859 w 5055644"/>
              <a:gd name="connsiteY10" fmla="*/ 2012985 h 4841960"/>
              <a:gd name="connsiteX11" fmla="*/ 5044561 w 5055644"/>
              <a:gd name="connsiteY11" fmla="*/ 2339389 h 4841960"/>
              <a:gd name="connsiteX12" fmla="*/ 4653936 w 5055644"/>
              <a:gd name="connsiteY12" fmla="*/ 2632297 h 4841960"/>
              <a:gd name="connsiteX13" fmla="*/ 3920850 w 5055644"/>
              <a:gd name="connsiteY13" fmla="*/ 2866407 h 4841960"/>
              <a:gd name="connsiteX14" fmla="*/ 4439350 w 5055644"/>
              <a:gd name="connsiteY14" fmla="*/ 3770174 h 4841960"/>
              <a:gd name="connsiteX15" fmla="*/ 3209205 w 5055644"/>
              <a:gd name="connsiteY15" fmla="*/ 3507473 h 4841960"/>
              <a:gd name="connsiteX16" fmla="*/ 3126240 w 5055644"/>
              <a:gd name="connsiteY16" fmla="*/ 4840512 h 4841960"/>
              <a:gd name="connsiteX17" fmla="*/ 2364078 w 5055644"/>
              <a:gd name="connsiteY17" fmla="*/ 3718173 h 4841960"/>
              <a:gd name="connsiteX18" fmla="*/ 1035091 w 5055644"/>
              <a:gd name="connsiteY18" fmla="*/ 4437056 h 4841960"/>
              <a:gd name="connsiteX19" fmla="*/ 1519453 w 5055644"/>
              <a:gd name="connsiteY19" fmla="*/ 2981795 h 4841960"/>
              <a:gd name="connsiteX20" fmla="*/ 0 w 5055644"/>
              <a:gd name="connsiteY20" fmla="*/ 2805931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599657 w 5113517"/>
              <a:gd name="connsiteY2" fmla="*/ 1385661 h 4841960"/>
              <a:gd name="connsiteX3" fmla="*/ 474580 w 5113517"/>
              <a:gd name="connsiteY3" fmla="*/ 1036086 h 4841960"/>
              <a:gd name="connsiteX4" fmla="*/ 885091 w 5113517"/>
              <a:gd name="connsiteY4" fmla="*/ 1014344 h 4841960"/>
              <a:gd name="connsiteX5" fmla="*/ 1983563 w 5113517"/>
              <a:gd name="connsiteY5" fmla="*/ 1279850 h 4841960"/>
              <a:gd name="connsiteX6" fmla="*/ 2767493 w 5113517"/>
              <a:gd name="connsiteY6" fmla="*/ 0 h 4841960"/>
              <a:gd name="connsiteX7" fmla="*/ 3163847 w 5113517"/>
              <a:gd name="connsiteY7" fmla="*/ 1278714 h 4841960"/>
              <a:gd name="connsiteX8" fmla="*/ 4697917 w 5113517"/>
              <a:gd name="connsiteY8" fmla="*/ 711224 h 4841960"/>
              <a:gd name="connsiteX9" fmla="*/ 4272825 w 5113517"/>
              <a:gd name="connsiteY9" fmla="*/ 1480991 h 4841960"/>
              <a:gd name="connsiteX10" fmla="*/ 3922732 w 5113517"/>
              <a:gd name="connsiteY10" fmla="*/ 2012985 h 4841960"/>
              <a:gd name="connsiteX11" fmla="*/ 5102434 w 5113517"/>
              <a:gd name="connsiteY11" fmla="*/ 2339389 h 4841960"/>
              <a:gd name="connsiteX12" fmla="*/ 4711809 w 5113517"/>
              <a:gd name="connsiteY12" fmla="*/ 2632297 h 4841960"/>
              <a:gd name="connsiteX13" fmla="*/ 3978723 w 5113517"/>
              <a:gd name="connsiteY13" fmla="*/ 2866407 h 4841960"/>
              <a:gd name="connsiteX14" fmla="*/ 4497223 w 5113517"/>
              <a:gd name="connsiteY14" fmla="*/ 3770174 h 4841960"/>
              <a:gd name="connsiteX15" fmla="*/ 3267078 w 5113517"/>
              <a:gd name="connsiteY15" fmla="*/ 3507473 h 4841960"/>
              <a:gd name="connsiteX16" fmla="*/ 3184113 w 5113517"/>
              <a:gd name="connsiteY16" fmla="*/ 4840512 h 4841960"/>
              <a:gd name="connsiteX17" fmla="*/ 2421951 w 5113517"/>
              <a:gd name="connsiteY17" fmla="*/ 3718173 h 4841960"/>
              <a:gd name="connsiteX18" fmla="*/ 1092964 w 5113517"/>
              <a:gd name="connsiteY18" fmla="*/ 4437056 h 4841960"/>
              <a:gd name="connsiteX19" fmla="*/ 1577326 w 5113517"/>
              <a:gd name="connsiteY19" fmla="*/ 2981795 h 4841960"/>
              <a:gd name="connsiteX20" fmla="*/ -1 w 5113517"/>
              <a:gd name="connsiteY20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599659 w 5113519"/>
              <a:gd name="connsiteY2" fmla="*/ 1385661 h 4841960"/>
              <a:gd name="connsiteX3" fmla="*/ 474582 w 5113519"/>
              <a:gd name="connsiteY3" fmla="*/ 1036086 h 4841960"/>
              <a:gd name="connsiteX4" fmla="*/ 885093 w 5113519"/>
              <a:gd name="connsiteY4" fmla="*/ 1014344 h 4841960"/>
              <a:gd name="connsiteX5" fmla="*/ 1983565 w 5113519"/>
              <a:gd name="connsiteY5" fmla="*/ 1279850 h 4841960"/>
              <a:gd name="connsiteX6" fmla="*/ 2767495 w 5113519"/>
              <a:gd name="connsiteY6" fmla="*/ 0 h 4841960"/>
              <a:gd name="connsiteX7" fmla="*/ 3163849 w 5113519"/>
              <a:gd name="connsiteY7" fmla="*/ 1278714 h 4841960"/>
              <a:gd name="connsiteX8" fmla="*/ 4697919 w 5113519"/>
              <a:gd name="connsiteY8" fmla="*/ 711224 h 4841960"/>
              <a:gd name="connsiteX9" fmla="*/ 4272827 w 5113519"/>
              <a:gd name="connsiteY9" fmla="*/ 1480991 h 4841960"/>
              <a:gd name="connsiteX10" fmla="*/ 3922734 w 5113519"/>
              <a:gd name="connsiteY10" fmla="*/ 2012985 h 4841960"/>
              <a:gd name="connsiteX11" fmla="*/ 5102436 w 5113519"/>
              <a:gd name="connsiteY11" fmla="*/ 2339389 h 4841960"/>
              <a:gd name="connsiteX12" fmla="*/ 4711811 w 5113519"/>
              <a:gd name="connsiteY12" fmla="*/ 2632297 h 4841960"/>
              <a:gd name="connsiteX13" fmla="*/ 3978725 w 5113519"/>
              <a:gd name="connsiteY13" fmla="*/ 2866407 h 4841960"/>
              <a:gd name="connsiteX14" fmla="*/ 4497225 w 5113519"/>
              <a:gd name="connsiteY14" fmla="*/ 3770174 h 4841960"/>
              <a:gd name="connsiteX15" fmla="*/ 3267080 w 5113519"/>
              <a:gd name="connsiteY15" fmla="*/ 3507473 h 4841960"/>
              <a:gd name="connsiteX16" fmla="*/ 3184115 w 5113519"/>
              <a:gd name="connsiteY16" fmla="*/ 4840512 h 4841960"/>
              <a:gd name="connsiteX17" fmla="*/ 2421953 w 5113519"/>
              <a:gd name="connsiteY17" fmla="*/ 3718173 h 4841960"/>
              <a:gd name="connsiteX18" fmla="*/ 1092966 w 5113519"/>
              <a:gd name="connsiteY18" fmla="*/ 4437056 h 4841960"/>
              <a:gd name="connsiteX19" fmla="*/ 1577328 w 5113519"/>
              <a:gd name="connsiteY19" fmla="*/ 2981795 h 4841960"/>
              <a:gd name="connsiteX20" fmla="*/ 1 w 5113519"/>
              <a:gd name="connsiteY20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74580 w 5113517"/>
              <a:gd name="connsiteY2" fmla="*/ 1036086 h 4841960"/>
              <a:gd name="connsiteX3" fmla="*/ 885091 w 5113517"/>
              <a:gd name="connsiteY3" fmla="*/ 1014344 h 4841960"/>
              <a:gd name="connsiteX4" fmla="*/ 1983563 w 5113517"/>
              <a:gd name="connsiteY4" fmla="*/ 1279850 h 4841960"/>
              <a:gd name="connsiteX5" fmla="*/ 2767493 w 5113517"/>
              <a:gd name="connsiteY5" fmla="*/ 0 h 4841960"/>
              <a:gd name="connsiteX6" fmla="*/ 3163847 w 5113517"/>
              <a:gd name="connsiteY6" fmla="*/ 1278714 h 4841960"/>
              <a:gd name="connsiteX7" fmla="*/ 4697917 w 5113517"/>
              <a:gd name="connsiteY7" fmla="*/ 711224 h 4841960"/>
              <a:gd name="connsiteX8" fmla="*/ 4272825 w 5113517"/>
              <a:gd name="connsiteY8" fmla="*/ 1480991 h 4841960"/>
              <a:gd name="connsiteX9" fmla="*/ 3922732 w 5113517"/>
              <a:gd name="connsiteY9" fmla="*/ 2012985 h 4841960"/>
              <a:gd name="connsiteX10" fmla="*/ 5102434 w 5113517"/>
              <a:gd name="connsiteY10" fmla="*/ 2339389 h 4841960"/>
              <a:gd name="connsiteX11" fmla="*/ 4711809 w 5113517"/>
              <a:gd name="connsiteY11" fmla="*/ 2632297 h 4841960"/>
              <a:gd name="connsiteX12" fmla="*/ 3978723 w 5113517"/>
              <a:gd name="connsiteY12" fmla="*/ 2866407 h 4841960"/>
              <a:gd name="connsiteX13" fmla="*/ 4497223 w 5113517"/>
              <a:gd name="connsiteY13" fmla="*/ 3770174 h 4841960"/>
              <a:gd name="connsiteX14" fmla="*/ 3267078 w 5113517"/>
              <a:gd name="connsiteY14" fmla="*/ 3507473 h 4841960"/>
              <a:gd name="connsiteX15" fmla="*/ 3184113 w 5113517"/>
              <a:gd name="connsiteY15" fmla="*/ 4840512 h 4841960"/>
              <a:gd name="connsiteX16" fmla="*/ 2421951 w 5113517"/>
              <a:gd name="connsiteY16" fmla="*/ 3718173 h 4841960"/>
              <a:gd name="connsiteX17" fmla="*/ 1092964 w 5113517"/>
              <a:gd name="connsiteY17" fmla="*/ 4437056 h 4841960"/>
              <a:gd name="connsiteX18" fmla="*/ 1577326 w 5113517"/>
              <a:gd name="connsiteY18" fmla="*/ 2981795 h 4841960"/>
              <a:gd name="connsiteX19" fmla="*/ -1 w 5113517"/>
              <a:gd name="connsiteY19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74582 w 5113519"/>
              <a:gd name="connsiteY2" fmla="*/ 103608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02498"/>
              <a:gd name="connsiteY0" fmla="*/ 2871567 h 4841960"/>
              <a:gd name="connsiteX1" fmla="*/ 1265118 w 5102498"/>
              <a:gd name="connsiteY1" fmla="*/ 2160898 h 4841960"/>
              <a:gd name="connsiteX2" fmla="*/ 485508 w 5102498"/>
              <a:gd name="connsiteY2" fmla="*/ 933726 h 4841960"/>
              <a:gd name="connsiteX3" fmla="*/ 1983565 w 5102498"/>
              <a:gd name="connsiteY3" fmla="*/ 1279850 h 4841960"/>
              <a:gd name="connsiteX4" fmla="*/ 2767495 w 5102498"/>
              <a:gd name="connsiteY4" fmla="*/ 0 h 4841960"/>
              <a:gd name="connsiteX5" fmla="*/ 3163849 w 5102498"/>
              <a:gd name="connsiteY5" fmla="*/ 1278714 h 4841960"/>
              <a:gd name="connsiteX6" fmla="*/ 4697919 w 5102498"/>
              <a:gd name="connsiteY6" fmla="*/ 711224 h 4841960"/>
              <a:gd name="connsiteX7" fmla="*/ 4272827 w 5102498"/>
              <a:gd name="connsiteY7" fmla="*/ 1480991 h 4841960"/>
              <a:gd name="connsiteX8" fmla="*/ 3922734 w 5102498"/>
              <a:gd name="connsiteY8" fmla="*/ 2012985 h 4841960"/>
              <a:gd name="connsiteX9" fmla="*/ 5102436 w 5102498"/>
              <a:gd name="connsiteY9" fmla="*/ 2339389 h 4841960"/>
              <a:gd name="connsiteX10" fmla="*/ 3978725 w 5102498"/>
              <a:gd name="connsiteY10" fmla="*/ 2866407 h 4841960"/>
              <a:gd name="connsiteX11" fmla="*/ 4497225 w 5102498"/>
              <a:gd name="connsiteY11" fmla="*/ 3770174 h 4841960"/>
              <a:gd name="connsiteX12" fmla="*/ 3267080 w 5102498"/>
              <a:gd name="connsiteY12" fmla="*/ 3507473 h 4841960"/>
              <a:gd name="connsiteX13" fmla="*/ 3184115 w 5102498"/>
              <a:gd name="connsiteY13" fmla="*/ 4840512 h 4841960"/>
              <a:gd name="connsiteX14" fmla="*/ 2421953 w 5102498"/>
              <a:gd name="connsiteY14" fmla="*/ 3718173 h 4841960"/>
              <a:gd name="connsiteX15" fmla="*/ 1092966 w 5102498"/>
              <a:gd name="connsiteY15" fmla="*/ 4437056 h 4841960"/>
              <a:gd name="connsiteX16" fmla="*/ 1577328 w 5102498"/>
              <a:gd name="connsiteY16" fmla="*/ 2981795 h 4841960"/>
              <a:gd name="connsiteX17" fmla="*/ 1 w 5102498"/>
              <a:gd name="connsiteY17" fmla="*/ 2871567 h 4841960"/>
              <a:gd name="connsiteX0" fmla="*/ -1 w 5102490"/>
              <a:gd name="connsiteY0" fmla="*/ 2871567 h 4841960"/>
              <a:gd name="connsiteX1" fmla="*/ 1265116 w 5102490"/>
              <a:gd name="connsiteY1" fmla="*/ 2160898 h 4841960"/>
              <a:gd name="connsiteX2" fmla="*/ 485506 w 5102490"/>
              <a:gd name="connsiteY2" fmla="*/ 933726 h 4841960"/>
              <a:gd name="connsiteX3" fmla="*/ 1983563 w 5102490"/>
              <a:gd name="connsiteY3" fmla="*/ 1279850 h 4841960"/>
              <a:gd name="connsiteX4" fmla="*/ 2767493 w 5102490"/>
              <a:gd name="connsiteY4" fmla="*/ 0 h 4841960"/>
              <a:gd name="connsiteX5" fmla="*/ 3163847 w 5102490"/>
              <a:gd name="connsiteY5" fmla="*/ 1278714 h 4841960"/>
              <a:gd name="connsiteX6" fmla="*/ 4697917 w 5102490"/>
              <a:gd name="connsiteY6" fmla="*/ 711224 h 4841960"/>
              <a:gd name="connsiteX7" fmla="*/ 4272825 w 5102490"/>
              <a:gd name="connsiteY7" fmla="*/ 1480991 h 4841960"/>
              <a:gd name="connsiteX8" fmla="*/ 3922732 w 5102490"/>
              <a:gd name="connsiteY8" fmla="*/ 2012985 h 4841960"/>
              <a:gd name="connsiteX9" fmla="*/ 5102434 w 5102490"/>
              <a:gd name="connsiteY9" fmla="*/ 2339389 h 4841960"/>
              <a:gd name="connsiteX10" fmla="*/ 3863684 w 5102490"/>
              <a:gd name="connsiteY10" fmla="*/ 2811641 h 4841960"/>
              <a:gd name="connsiteX11" fmla="*/ 4497223 w 5102490"/>
              <a:gd name="connsiteY11" fmla="*/ 3770174 h 4841960"/>
              <a:gd name="connsiteX12" fmla="*/ 3267078 w 5102490"/>
              <a:gd name="connsiteY12" fmla="*/ 3507473 h 4841960"/>
              <a:gd name="connsiteX13" fmla="*/ 3184113 w 5102490"/>
              <a:gd name="connsiteY13" fmla="*/ 4840512 h 4841960"/>
              <a:gd name="connsiteX14" fmla="*/ 2421951 w 5102490"/>
              <a:gd name="connsiteY14" fmla="*/ 3718173 h 4841960"/>
              <a:gd name="connsiteX15" fmla="*/ 1092964 w 5102490"/>
              <a:gd name="connsiteY15" fmla="*/ 4437056 h 4841960"/>
              <a:gd name="connsiteX16" fmla="*/ 1577326 w 5102490"/>
              <a:gd name="connsiteY16" fmla="*/ 2981795 h 4841960"/>
              <a:gd name="connsiteX17" fmla="*/ -1 w 5102490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265116 w 5102525"/>
              <a:gd name="connsiteY1" fmla="*/ 2160898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332556 w 5102525"/>
              <a:gd name="connsiteY1" fmla="*/ 2089701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17930 w 5102527"/>
              <a:gd name="connsiteY12" fmla="*/ 3356807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5215 h 4845608"/>
              <a:gd name="connsiteX1" fmla="*/ 1612941 w 5102525"/>
              <a:gd name="connsiteY1" fmla="*/ 2135243 h 4845608"/>
              <a:gd name="connsiteX2" fmla="*/ 485506 w 5102525"/>
              <a:gd name="connsiteY2" fmla="*/ 937374 h 4845608"/>
              <a:gd name="connsiteX3" fmla="*/ 2767493 w 5102525"/>
              <a:gd name="connsiteY3" fmla="*/ 3648 h 4845608"/>
              <a:gd name="connsiteX4" fmla="*/ 3163847 w 5102525"/>
              <a:gd name="connsiteY4" fmla="*/ 1282362 h 4845608"/>
              <a:gd name="connsiteX5" fmla="*/ 4697917 w 5102525"/>
              <a:gd name="connsiteY5" fmla="*/ 714872 h 4845608"/>
              <a:gd name="connsiteX6" fmla="*/ 4272825 w 5102525"/>
              <a:gd name="connsiteY6" fmla="*/ 1484639 h 4845608"/>
              <a:gd name="connsiteX7" fmla="*/ 3922732 w 5102525"/>
              <a:gd name="connsiteY7" fmla="*/ 2016633 h 4845608"/>
              <a:gd name="connsiteX8" fmla="*/ 5102434 w 5102525"/>
              <a:gd name="connsiteY8" fmla="*/ 2343037 h 4845608"/>
              <a:gd name="connsiteX9" fmla="*/ 3863684 w 5102525"/>
              <a:gd name="connsiteY9" fmla="*/ 2815289 h 4845608"/>
              <a:gd name="connsiteX10" fmla="*/ 4828313 w 5102525"/>
              <a:gd name="connsiteY10" fmla="*/ 3991080 h 4845608"/>
              <a:gd name="connsiteX11" fmla="*/ 3349200 w 5102525"/>
              <a:gd name="connsiteY11" fmla="*/ 3476200 h 4845608"/>
              <a:gd name="connsiteX12" fmla="*/ 3184113 w 5102525"/>
              <a:gd name="connsiteY12" fmla="*/ 4844160 h 4845608"/>
              <a:gd name="connsiteX13" fmla="*/ 2421951 w 5102525"/>
              <a:gd name="connsiteY13" fmla="*/ 3721821 h 4845608"/>
              <a:gd name="connsiteX14" fmla="*/ 1092964 w 5102525"/>
              <a:gd name="connsiteY14" fmla="*/ 4440704 h 4845608"/>
              <a:gd name="connsiteX15" fmla="*/ 1577326 w 5102525"/>
              <a:gd name="connsiteY15" fmla="*/ 2985443 h 4845608"/>
              <a:gd name="connsiteX16" fmla="*/ -1 w 5102525"/>
              <a:gd name="connsiteY16" fmla="*/ 2875215 h 4845608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2767495 w 5102527"/>
              <a:gd name="connsiteY2" fmla="*/ 0 h 4841960"/>
              <a:gd name="connsiteX3" fmla="*/ 3163849 w 5102527"/>
              <a:gd name="connsiteY3" fmla="*/ 1278714 h 4841960"/>
              <a:gd name="connsiteX4" fmla="*/ 4697919 w 5102527"/>
              <a:gd name="connsiteY4" fmla="*/ 711224 h 4841960"/>
              <a:gd name="connsiteX5" fmla="*/ 4272827 w 5102527"/>
              <a:gd name="connsiteY5" fmla="*/ 1480991 h 4841960"/>
              <a:gd name="connsiteX6" fmla="*/ 3922734 w 5102527"/>
              <a:gd name="connsiteY6" fmla="*/ 2012985 h 4841960"/>
              <a:gd name="connsiteX7" fmla="*/ 5102436 w 5102527"/>
              <a:gd name="connsiteY7" fmla="*/ 2339389 h 4841960"/>
              <a:gd name="connsiteX8" fmla="*/ 3863686 w 5102527"/>
              <a:gd name="connsiteY8" fmla="*/ 2811641 h 4841960"/>
              <a:gd name="connsiteX9" fmla="*/ 4828315 w 5102527"/>
              <a:gd name="connsiteY9" fmla="*/ 3987432 h 4841960"/>
              <a:gd name="connsiteX10" fmla="*/ 3349202 w 5102527"/>
              <a:gd name="connsiteY10" fmla="*/ 3472552 h 4841960"/>
              <a:gd name="connsiteX11" fmla="*/ 3184115 w 5102527"/>
              <a:gd name="connsiteY11" fmla="*/ 4840512 h 4841960"/>
              <a:gd name="connsiteX12" fmla="*/ 2421953 w 5102527"/>
              <a:gd name="connsiteY12" fmla="*/ 3718173 h 4841960"/>
              <a:gd name="connsiteX13" fmla="*/ 1092966 w 5102527"/>
              <a:gd name="connsiteY13" fmla="*/ 4437056 h 4841960"/>
              <a:gd name="connsiteX14" fmla="*/ 1577328 w 5102527"/>
              <a:gd name="connsiteY14" fmla="*/ 2981795 h 4841960"/>
              <a:gd name="connsiteX15" fmla="*/ 1 w 5102527"/>
              <a:gd name="connsiteY15" fmla="*/ 2871567 h 4841960"/>
              <a:gd name="connsiteX0" fmla="*/ -1 w 5102525"/>
              <a:gd name="connsiteY0" fmla="*/ 2815753 h 4786146"/>
              <a:gd name="connsiteX1" fmla="*/ 1612941 w 5102525"/>
              <a:gd name="connsiteY1" fmla="*/ 2075781 h 4786146"/>
              <a:gd name="connsiteX2" fmla="*/ 2330067 w 5102525"/>
              <a:gd name="connsiteY2" fmla="*/ -1 h 4786146"/>
              <a:gd name="connsiteX3" fmla="*/ 3163847 w 5102525"/>
              <a:gd name="connsiteY3" fmla="*/ 1222900 h 4786146"/>
              <a:gd name="connsiteX4" fmla="*/ 4697917 w 5102525"/>
              <a:gd name="connsiteY4" fmla="*/ 655410 h 4786146"/>
              <a:gd name="connsiteX5" fmla="*/ 4272825 w 5102525"/>
              <a:gd name="connsiteY5" fmla="*/ 1425177 h 4786146"/>
              <a:gd name="connsiteX6" fmla="*/ 3922732 w 5102525"/>
              <a:gd name="connsiteY6" fmla="*/ 1957171 h 4786146"/>
              <a:gd name="connsiteX7" fmla="*/ 5102434 w 5102525"/>
              <a:gd name="connsiteY7" fmla="*/ 2283575 h 4786146"/>
              <a:gd name="connsiteX8" fmla="*/ 3863684 w 5102525"/>
              <a:gd name="connsiteY8" fmla="*/ 2755827 h 4786146"/>
              <a:gd name="connsiteX9" fmla="*/ 4828313 w 5102525"/>
              <a:gd name="connsiteY9" fmla="*/ 3931618 h 4786146"/>
              <a:gd name="connsiteX10" fmla="*/ 3349200 w 5102525"/>
              <a:gd name="connsiteY10" fmla="*/ 3416738 h 4786146"/>
              <a:gd name="connsiteX11" fmla="*/ 3184113 w 5102525"/>
              <a:gd name="connsiteY11" fmla="*/ 4784698 h 4786146"/>
              <a:gd name="connsiteX12" fmla="*/ 2421951 w 5102525"/>
              <a:gd name="connsiteY12" fmla="*/ 3662359 h 4786146"/>
              <a:gd name="connsiteX13" fmla="*/ 1092964 w 5102525"/>
              <a:gd name="connsiteY13" fmla="*/ 4381242 h 4786146"/>
              <a:gd name="connsiteX14" fmla="*/ 1577326 w 5102525"/>
              <a:gd name="connsiteY14" fmla="*/ 2925981 h 4786146"/>
              <a:gd name="connsiteX15" fmla="*/ -1 w 5102525"/>
              <a:gd name="connsiteY15" fmla="*/ 2815753 h 4786146"/>
              <a:gd name="connsiteX0" fmla="*/ 0 w 4853634"/>
              <a:gd name="connsiteY0" fmla="*/ 1626981 h 4786148"/>
              <a:gd name="connsiteX1" fmla="*/ 1364050 w 4853634"/>
              <a:gd name="connsiteY1" fmla="*/ 2075783 h 4786148"/>
              <a:gd name="connsiteX2" fmla="*/ 2081176 w 4853634"/>
              <a:gd name="connsiteY2" fmla="*/ 1 h 4786148"/>
              <a:gd name="connsiteX3" fmla="*/ 2914956 w 4853634"/>
              <a:gd name="connsiteY3" fmla="*/ 1222902 h 4786148"/>
              <a:gd name="connsiteX4" fmla="*/ 4449026 w 4853634"/>
              <a:gd name="connsiteY4" fmla="*/ 655412 h 4786148"/>
              <a:gd name="connsiteX5" fmla="*/ 4023934 w 4853634"/>
              <a:gd name="connsiteY5" fmla="*/ 1425179 h 4786148"/>
              <a:gd name="connsiteX6" fmla="*/ 3673841 w 4853634"/>
              <a:gd name="connsiteY6" fmla="*/ 1957173 h 4786148"/>
              <a:gd name="connsiteX7" fmla="*/ 4853543 w 4853634"/>
              <a:gd name="connsiteY7" fmla="*/ 2283577 h 4786148"/>
              <a:gd name="connsiteX8" fmla="*/ 3614793 w 4853634"/>
              <a:gd name="connsiteY8" fmla="*/ 2755829 h 4786148"/>
              <a:gd name="connsiteX9" fmla="*/ 4579422 w 4853634"/>
              <a:gd name="connsiteY9" fmla="*/ 3931620 h 4786148"/>
              <a:gd name="connsiteX10" fmla="*/ 3100309 w 4853634"/>
              <a:gd name="connsiteY10" fmla="*/ 3416740 h 4786148"/>
              <a:gd name="connsiteX11" fmla="*/ 2935222 w 4853634"/>
              <a:gd name="connsiteY11" fmla="*/ 4784700 h 4786148"/>
              <a:gd name="connsiteX12" fmla="*/ 2173060 w 4853634"/>
              <a:gd name="connsiteY12" fmla="*/ 3662361 h 4786148"/>
              <a:gd name="connsiteX13" fmla="*/ 844073 w 4853634"/>
              <a:gd name="connsiteY13" fmla="*/ 4381244 h 4786148"/>
              <a:gd name="connsiteX14" fmla="*/ 1328435 w 4853634"/>
              <a:gd name="connsiteY14" fmla="*/ 2925983 h 4786148"/>
              <a:gd name="connsiteX15" fmla="*/ 0 w 4853634"/>
              <a:gd name="connsiteY15" fmla="*/ 1626981 h 4786148"/>
              <a:gd name="connsiteX0" fmla="*/ 0 w 4853634"/>
              <a:gd name="connsiteY0" fmla="*/ 1626979 h 4786146"/>
              <a:gd name="connsiteX1" fmla="*/ 1603369 w 4853634"/>
              <a:gd name="connsiteY1" fmla="*/ 1571261 h 4786146"/>
              <a:gd name="connsiteX2" fmla="*/ 2081176 w 4853634"/>
              <a:gd name="connsiteY2" fmla="*/ -1 h 4786146"/>
              <a:gd name="connsiteX3" fmla="*/ 2914956 w 4853634"/>
              <a:gd name="connsiteY3" fmla="*/ 1222900 h 4786146"/>
              <a:gd name="connsiteX4" fmla="*/ 4449026 w 4853634"/>
              <a:gd name="connsiteY4" fmla="*/ 655410 h 4786146"/>
              <a:gd name="connsiteX5" fmla="*/ 4023934 w 4853634"/>
              <a:gd name="connsiteY5" fmla="*/ 1425177 h 4786146"/>
              <a:gd name="connsiteX6" fmla="*/ 3673841 w 4853634"/>
              <a:gd name="connsiteY6" fmla="*/ 1957171 h 4786146"/>
              <a:gd name="connsiteX7" fmla="*/ 4853543 w 4853634"/>
              <a:gd name="connsiteY7" fmla="*/ 2283575 h 4786146"/>
              <a:gd name="connsiteX8" fmla="*/ 3614793 w 4853634"/>
              <a:gd name="connsiteY8" fmla="*/ 2755827 h 4786146"/>
              <a:gd name="connsiteX9" fmla="*/ 4579422 w 4853634"/>
              <a:gd name="connsiteY9" fmla="*/ 3931618 h 4786146"/>
              <a:gd name="connsiteX10" fmla="*/ 3100309 w 4853634"/>
              <a:gd name="connsiteY10" fmla="*/ 3416738 h 4786146"/>
              <a:gd name="connsiteX11" fmla="*/ 2935222 w 4853634"/>
              <a:gd name="connsiteY11" fmla="*/ 4784698 h 4786146"/>
              <a:gd name="connsiteX12" fmla="*/ 2173060 w 4853634"/>
              <a:gd name="connsiteY12" fmla="*/ 3662359 h 4786146"/>
              <a:gd name="connsiteX13" fmla="*/ 844073 w 4853634"/>
              <a:gd name="connsiteY13" fmla="*/ 4381242 h 4786146"/>
              <a:gd name="connsiteX14" fmla="*/ 1328435 w 4853634"/>
              <a:gd name="connsiteY14" fmla="*/ 2925981 h 4786146"/>
              <a:gd name="connsiteX15" fmla="*/ 0 w 4853634"/>
              <a:gd name="connsiteY15" fmla="*/ 1626979 h 4786146"/>
              <a:gd name="connsiteX0" fmla="*/ 0 w 4853634"/>
              <a:gd name="connsiteY0" fmla="*/ 1626981 h 4786148"/>
              <a:gd name="connsiteX1" fmla="*/ 1603369 w 4853634"/>
              <a:gd name="connsiteY1" fmla="*/ 1571263 h 4786148"/>
              <a:gd name="connsiteX2" fmla="*/ 2081176 w 4853634"/>
              <a:gd name="connsiteY2" fmla="*/ 1 h 4786148"/>
              <a:gd name="connsiteX3" fmla="*/ 2914956 w 4853634"/>
              <a:gd name="connsiteY3" fmla="*/ 1222902 h 4786148"/>
              <a:gd name="connsiteX4" fmla="*/ 4449026 w 4853634"/>
              <a:gd name="connsiteY4" fmla="*/ 655412 h 4786148"/>
              <a:gd name="connsiteX5" fmla="*/ 4023934 w 4853634"/>
              <a:gd name="connsiteY5" fmla="*/ 1425179 h 4786148"/>
              <a:gd name="connsiteX6" fmla="*/ 3673841 w 4853634"/>
              <a:gd name="connsiteY6" fmla="*/ 1957173 h 4786148"/>
              <a:gd name="connsiteX7" fmla="*/ 4853543 w 4853634"/>
              <a:gd name="connsiteY7" fmla="*/ 2283577 h 4786148"/>
              <a:gd name="connsiteX8" fmla="*/ 3614793 w 4853634"/>
              <a:gd name="connsiteY8" fmla="*/ 2755829 h 4786148"/>
              <a:gd name="connsiteX9" fmla="*/ 4579422 w 4853634"/>
              <a:gd name="connsiteY9" fmla="*/ 3931620 h 4786148"/>
              <a:gd name="connsiteX10" fmla="*/ 3100309 w 4853634"/>
              <a:gd name="connsiteY10" fmla="*/ 3416740 h 4786148"/>
              <a:gd name="connsiteX11" fmla="*/ 2935222 w 4853634"/>
              <a:gd name="connsiteY11" fmla="*/ 4784700 h 4786148"/>
              <a:gd name="connsiteX12" fmla="*/ 2173060 w 4853634"/>
              <a:gd name="connsiteY12" fmla="*/ 3662361 h 4786148"/>
              <a:gd name="connsiteX13" fmla="*/ 844073 w 4853634"/>
              <a:gd name="connsiteY13" fmla="*/ 4381244 h 4786148"/>
              <a:gd name="connsiteX14" fmla="*/ 1328435 w 4853634"/>
              <a:gd name="connsiteY14" fmla="*/ 2925983 h 4786148"/>
              <a:gd name="connsiteX15" fmla="*/ 0 w 4853634"/>
              <a:gd name="connsiteY15" fmla="*/ 1626981 h 4786148"/>
              <a:gd name="connsiteX0" fmla="*/ -1 w 4824208"/>
              <a:gd name="connsiteY0" fmla="*/ 1515906 h 4786146"/>
              <a:gd name="connsiteX1" fmla="*/ 1573943 w 4824208"/>
              <a:gd name="connsiteY1" fmla="*/ 1571261 h 4786146"/>
              <a:gd name="connsiteX2" fmla="*/ 2051750 w 4824208"/>
              <a:gd name="connsiteY2" fmla="*/ -1 h 4786146"/>
              <a:gd name="connsiteX3" fmla="*/ 2885530 w 4824208"/>
              <a:gd name="connsiteY3" fmla="*/ 1222900 h 4786146"/>
              <a:gd name="connsiteX4" fmla="*/ 4419600 w 4824208"/>
              <a:gd name="connsiteY4" fmla="*/ 655410 h 4786146"/>
              <a:gd name="connsiteX5" fmla="*/ 3994508 w 4824208"/>
              <a:gd name="connsiteY5" fmla="*/ 1425177 h 4786146"/>
              <a:gd name="connsiteX6" fmla="*/ 3644415 w 4824208"/>
              <a:gd name="connsiteY6" fmla="*/ 1957171 h 4786146"/>
              <a:gd name="connsiteX7" fmla="*/ 4824117 w 4824208"/>
              <a:gd name="connsiteY7" fmla="*/ 2283575 h 4786146"/>
              <a:gd name="connsiteX8" fmla="*/ 3585367 w 4824208"/>
              <a:gd name="connsiteY8" fmla="*/ 2755827 h 4786146"/>
              <a:gd name="connsiteX9" fmla="*/ 4549996 w 4824208"/>
              <a:gd name="connsiteY9" fmla="*/ 3931618 h 4786146"/>
              <a:gd name="connsiteX10" fmla="*/ 3070883 w 4824208"/>
              <a:gd name="connsiteY10" fmla="*/ 3416738 h 4786146"/>
              <a:gd name="connsiteX11" fmla="*/ 2905796 w 4824208"/>
              <a:gd name="connsiteY11" fmla="*/ 4784698 h 4786146"/>
              <a:gd name="connsiteX12" fmla="*/ 2143634 w 4824208"/>
              <a:gd name="connsiteY12" fmla="*/ 3662359 h 4786146"/>
              <a:gd name="connsiteX13" fmla="*/ 814647 w 4824208"/>
              <a:gd name="connsiteY13" fmla="*/ 4381242 h 4786146"/>
              <a:gd name="connsiteX14" fmla="*/ 1299009 w 4824208"/>
              <a:gd name="connsiteY14" fmla="*/ 2925981 h 4786146"/>
              <a:gd name="connsiteX15" fmla="*/ -1 w 4824208"/>
              <a:gd name="connsiteY15" fmla="*/ 1515906 h 4786146"/>
              <a:gd name="connsiteX0" fmla="*/ 1 w 4824210"/>
              <a:gd name="connsiteY0" fmla="*/ 1515908 h 4786148"/>
              <a:gd name="connsiteX1" fmla="*/ 1573945 w 4824210"/>
              <a:gd name="connsiteY1" fmla="*/ 1571263 h 4786148"/>
              <a:gd name="connsiteX2" fmla="*/ 2051752 w 4824210"/>
              <a:gd name="connsiteY2" fmla="*/ 1 h 4786148"/>
              <a:gd name="connsiteX3" fmla="*/ 2885532 w 4824210"/>
              <a:gd name="connsiteY3" fmla="*/ 1222902 h 4786148"/>
              <a:gd name="connsiteX4" fmla="*/ 4419602 w 4824210"/>
              <a:gd name="connsiteY4" fmla="*/ 655412 h 4786148"/>
              <a:gd name="connsiteX5" fmla="*/ 3994510 w 4824210"/>
              <a:gd name="connsiteY5" fmla="*/ 1425179 h 4786148"/>
              <a:gd name="connsiteX6" fmla="*/ 3644417 w 4824210"/>
              <a:gd name="connsiteY6" fmla="*/ 1957173 h 4786148"/>
              <a:gd name="connsiteX7" fmla="*/ 4824119 w 4824210"/>
              <a:gd name="connsiteY7" fmla="*/ 2283577 h 4786148"/>
              <a:gd name="connsiteX8" fmla="*/ 3585369 w 4824210"/>
              <a:gd name="connsiteY8" fmla="*/ 2755829 h 4786148"/>
              <a:gd name="connsiteX9" fmla="*/ 4549998 w 4824210"/>
              <a:gd name="connsiteY9" fmla="*/ 3931620 h 4786148"/>
              <a:gd name="connsiteX10" fmla="*/ 3070885 w 4824210"/>
              <a:gd name="connsiteY10" fmla="*/ 3416740 h 4786148"/>
              <a:gd name="connsiteX11" fmla="*/ 2905798 w 4824210"/>
              <a:gd name="connsiteY11" fmla="*/ 4784700 h 4786148"/>
              <a:gd name="connsiteX12" fmla="*/ 2143636 w 4824210"/>
              <a:gd name="connsiteY12" fmla="*/ 3662361 h 4786148"/>
              <a:gd name="connsiteX13" fmla="*/ 814649 w 4824210"/>
              <a:gd name="connsiteY13" fmla="*/ 4381244 h 4786148"/>
              <a:gd name="connsiteX14" fmla="*/ 1299011 w 4824210"/>
              <a:gd name="connsiteY14" fmla="*/ 2925983 h 4786148"/>
              <a:gd name="connsiteX15" fmla="*/ 1 w 4824210"/>
              <a:gd name="connsiteY15" fmla="*/ 1515908 h 4786148"/>
              <a:gd name="connsiteX0" fmla="*/ -1 w 4824208"/>
              <a:gd name="connsiteY0" fmla="*/ 1515906 h 4786146"/>
              <a:gd name="connsiteX1" fmla="*/ 1573943 w 4824208"/>
              <a:gd name="connsiteY1" fmla="*/ 1571261 h 4786146"/>
              <a:gd name="connsiteX2" fmla="*/ 2051750 w 4824208"/>
              <a:gd name="connsiteY2" fmla="*/ -1 h 4786146"/>
              <a:gd name="connsiteX3" fmla="*/ 2885530 w 4824208"/>
              <a:gd name="connsiteY3" fmla="*/ 1222900 h 4786146"/>
              <a:gd name="connsiteX4" fmla="*/ 4419600 w 4824208"/>
              <a:gd name="connsiteY4" fmla="*/ 655410 h 4786146"/>
              <a:gd name="connsiteX5" fmla="*/ 3994508 w 4824208"/>
              <a:gd name="connsiteY5" fmla="*/ 1425177 h 4786146"/>
              <a:gd name="connsiteX6" fmla="*/ 3644415 w 4824208"/>
              <a:gd name="connsiteY6" fmla="*/ 1957171 h 4786146"/>
              <a:gd name="connsiteX7" fmla="*/ 4824117 w 4824208"/>
              <a:gd name="connsiteY7" fmla="*/ 2283575 h 4786146"/>
              <a:gd name="connsiteX8" fmla="*/ 3585367 w 4824208"/>
              <a:gd name="connsiteY8" fmla="*/ 2755827 h 4786146"/>
              <a:gd name="connsiteX9" fmla="*/ 4549996 w 4824208"/>
              <a:gd name="connsiteY9" fmla="*/ 3931618 h 4786146"/>
              <a:gd name="connsiteX10" fmla="*/ 3070883 w 4824208"/>
              <a:gd name="connsiteY10" fmla="*/ 3416738 h 4786146"/>
              <a:gd name="connsiteX11" fmla="*/ 2905796 w 4824208"/>
              <a:gd name="connsiteY11" fmla="*/ 4784698 h 4786146"/>
              <a:gd name="connsiteX12" fmla="*/ 2143634 w 4824208"/>
              <a:gd name="connsiteY12" fmla="*/ 3662359 h 4786146"/>
              <a:gd name="connsiteX13" fmla="*/ 354842 w 4824208"/>
              <a:gd name="connsiteY13" fmla="*/ 3823584 h 4786146"/>
              <a:gd name="connsiteX14" fmla="*/ 1299009 w 4824208"/>
              <a:gd name="connsiteY14" fmla="*/ 2925981 h 4786146"/>
              <a:gd name="connsiteX15" fmla="*/ -1 w 4824208"/>
              <a:gd name="connsiteY15" fmla="*/ 1515906 h 4786146"/>
              <a:gd name="connsiteX0" fmla="*/ 1 w 4824210"/>
              <a:gd name="connsiteY0" fmla="*/ 1515908 h 4786148"/>
              <a:gd name="connsiteX1" fmla="*/ 1573945 w 4824210"/>
              <a:gd name="connsiteY1" fmla="*/ 1571263 h 4786148"/>
              <a:gd name="connsiteX2" fmla="*/ 2051752 w 4824210"/>
              <a:gd name="connsiteY2" fmla="*/ 1 h 4786148"/>
              <a:gd name="connsiteX3" fmla="*/ 2885532 w 4824210"/>
              <a:gd name="connsiteY3" fmla="*/ 1222902 h 4786148"/>
              <a:gd name="connsiteX4" fmla="*/ 4419602 w 4824210"/>
              <a:gd name="connsiteY4" fmla="*/ 655412 h 4786148"/>
              <a:gd name="connsiteX5" fmla="*/ 3994510 w 4824210"/>
              <a:gd name="connsiteY5" fmla="*/ 1425179 h 4786148"/>
              <a:gd name="connsiteX6" fmla="*/ 3644417 w 4824210"/>
              <a:gd name="connsiteY6" fmla="*/ 1957173 h 4786148"/>
              <a:gd name="connsiteX7" fmla="*/ 4824119 w 4824210"/>
              <a:gd name="connsiteY7" fmla="*/ 2283577 h 4786148"/>
              <a:gd name="connsiteX8" fmla="*/ 3585369 w 4824210"/>
              <a:gd name="connsiteY8" fmla="*/ 2755829 h 4786148"/>
              <a:gd name="connsiteX9" fmla="*/ 4549998 w 4824210"/>
              <a:gd name="connsiteY9" fmla="*/ 3931620 h 4786148"/>
              <a:gd name="connsiteX10" fmla="*/ 3070885 w 4824210"/>
              <a:gd name="connsiteY10" fmla="*/ 3416740 h 4786148"/>
              <a:gd name="connsiteX11" fmla="*/ 2905798 w 4824210"/>
              <a:gd name="connsiteY11" fmla="*/ 4784700 h 4786148"/>
              <a:gd name="connsiteX12" fmla="*/ 2143636 w 4824210"/>
              <a:gd name="connsiteY12" fmla="*/ 3662361 h 4786148"/>
              <a:gd name="connsiteX13" fmla="*/ 354844 w 4824210"/>
              <a:gd name="connsiteY13" fmla="*/ 3823586 h 4786148"/>
              <a:gd name="connsiteX14" fmla="*/ 1306700 w 4824210"/>
              <a:gd name="connsiteY14" fmla="*/ 2597830 h 4786148"/>
              <a:gd name="connsiteX15" fmla="*/ 1 w 4824210"/>
              <a:gd name="connsiteY15" fmla="*/ 1515908 h 4786148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885530 w 4824208"/>
              <a:gd name="connsiteY3" fmla="*/ 1222900 h 4785882"/>
              <a:gd name="connsiteX4" fmla="*/ 4419600 w 4824208"/>
              <a:gd name="connsiteY4" fmla="*/ 655410 h 4785882"/>
              <a:gd name="connsiteX5" fmla="*/ 3994508 w 4824208"/>
              <a:gd name="connsiteY5" fmla="*/ 1425177 h 4785882"/>
              <a:gd name="connsiteX6" fmla="*/ 3644415 w 4824208"/>
              <a:gd name="connsiteY6" fmla="*/ 1957171 h 4785882"/>
              <a:gd name="connsiteX7" fmla="*/ 4824117 w 4824208"/>
              <a:gd name="connsiteY7" fmla="*/ 2283575 h 4785882"/>
              <a:gd name="connsiteX8" fmla="*/ 3585367 w 4824208"/>
              <a:gd name="connsiteY8" fmla="*/ 2755827 h 4785882"/>
              <a:gd name="connsiteX9" fmla="*/ 4549996 w 4824208"/>
              <a:gd name="connsiteY9" fmla="*/ 3931618 h 4785882"/>
              <a:gd name="connsiteX10" fmla="*/ 3070883 w 4824208"/>
              <a:gd name="connsiteY10" fmla="*/ 3416738 h 4785882"/>
              <a:gd name="connsiteX11" fmla="*/ 2905796 w 4824208"/>
              <a:gd name="connsiteY11" fmla="*/ 4784698 h 4785882"/>
              <a:gd name="connsiteX12" fmla="*/ 2017367 w 4824208"/>
              <a:gd name="connsiteY12" fmla="*/ 3391173 h 4785882"/>
              <a:gd name="connsiteX13" fmla="*/ 354842 w 4824208"/>
              <a:gd name="connsiteY13" fmla="*/ 3823584 h 4785882"/>
              <a:gd name="connsiteX14" fmla="*/ 1306698 w 4824208"/>
              <a:gd name="connsiteY14" fmla="*/ 2597828 h 4785882"/>
              <a:gd name="connsiteX15" fmla="*/ -1 w 4824208"/>
              <a:gd name="connsiteY15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787862 w 4824210"/>
              <a:gd name="connsiteY3" fmla="*/ 1342312 h 4785884"/>
              <a:gd name="connsiteX4" fmla="*/ 4419602 w 4824210"/>
              <a:gd name="connsiteY4" fmla="*/ 655412 h 4785884"/>
              <a:gd name="connsiteX5" fmla="*/ 3994510 w 4824210"/>
              <a:gd name="connsiteY5" fmla="*/ 1425179 h 4785884"/>
              <a:gd name="connsiteX6" fmla="*/ 3644417 w 4824210"/>
              <a:gd name="connsiteY6" fmla="*/ 1957173 h 4785884"/>
              <a:gd name="connsiteX7" fmla="*/ 4824119 w 4824210"/>
              <a:gd name="connsiteY7" fmla="*/ 2283577 h 4785884"/>
              <a:gd name="connsiteX8" fmla="*/ 3585369 w 4824210"/>
              <a:gd name="connsiteY8" fmla="*/ 2755829 h 4785884"/>
              <a:gd name="connsiteX9" fmla="*/ 4549998 w 4824210"/>
              <a:gd name="connsiteY9" fmla="*/ 3931620 h 4785884"/>
              <a:gd name="connsiteX10" fmla="*/ 3070885 w 4824210"/>
              <a:gd name="connsiteY10" fmla="*/ 3416740 h 4785884"/>
              <a:gd name="connsiteX11" fmla="*/ 2905798 w 4824210"/>
              <a:gd name="connsiteY11" fmla="*/ 4784700 h 4785884"/>
              <a:gd name="connsiteX12" fmla="*/ 2017369 w 4824210"/>
              <a:gd name="connsiteY12" fmla="*/ 3391175 h 4785884"/>
              <a:gd name="connsiteX13" fmla="*/ 354844 w 4824210"/>
              <a:gd name="connsiteY13" fmla="*/ 3823586 h 4785884"/>
              <a:gd name="connsiteX14" fmla="*/ 1306700 w 4824210"/>
              <a:gd name="connsiteY14" fmla="*/ 2597830 h 4785884"/>
              <a:gd name="connsiteX15" fmla="*/ 1 w 4824210"/>
              <a:gd name="connsiteY15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787860 w 4824208"/>
              <a:gd name="connsiteY3" fmla="*/ 1342310 h 4785882"/>
              <a:gd name="connsiteX4" fmla="*/ 3924153 w 4824208"/>
              <a:gd name="connsiteY4" fmla="*/ 431702 h 4785882"/>
              <a:gd name="connsiteX5" fmla="*/ 3994508 w 4824208"/>
              <a:gd name="connsiteY5" fmla="*/ 1425177 h 4785882"/>
              <a:gd name="connsiteX6" fmla="*/ 3644415 w 4824208"/>
              <a:gd name="connsiteY6" fmla="*/ 1957171 h 4785882"/>
              <a:gd name="connsiteX7" fmla="*/ 4824117 w 4824208"/>
              <a:gd name="connsiteY7" fmla="*/ 2283575 h 4785882"/>
              <a:gd name="connsiteX8" fmla="*/ 3585367 w 4824208"/>
              <a:gd name="connsiteY8" fmla="*/ 2755827 h 4785882"/>
              <a:gd name="connsiteX9" fmla="*/ 4549996 w 4824208"/>
              <a:gd name="connsiteY9" fmla="*/ 3931618 h 4785882"/>
              <a:gd name="connsiteX10" fmla="*/ 3070883 w 4824208"/>
              <a:gd name="connsiteY10" fmla="*/ 3416738 h 4785882"/>
              <a:gd name="connsiteX11" fmla="*/ 2905796 w 4824208"/>
              <a:gd name="connsiteY11" fmla="*/ 4784698 h 4785882"/>
              <a:gd name="connsiteX12" fmla="*/ 2017367 w 4824208"/>
              <a:gd name="connsiteY12" fmla="*/ 3391173 h 4785882"/>
              <a:gd name="connsiteX13" fmla="*/ 354842 w 4824208"/>
              <a:gd name="connsiteY13" fmla="*/ 3823584 h 4785882"/>
              <a:gd name="connsiteX14" fmla="*/ 1306698 w 4824208"/>
              <a:gd name="connsiteY14" fmla="*/ 2597828 h 4785882"/>
              <a:gd name="connsiteX15" fmla="*/ -1 w 4824208"/>
              <a:gd name="connsiteY15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787862 w 4824210"/>
              <a:gd name="connsiteY3" fmla="*/ 1342312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681474 w 4824210"/>
              <a:gd name="connsiteY1" fmla="*/ 176460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681474 w 4824210"/>
              <a:gd name="connsiteY1" fmla="*/ 176460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816877"/>
              <a:gd name="connsiteX1" fmla="*/ 1681474 w 4824210"/>
              <a:gd name="connsiteY1" fmla="*/ 1764603 h 4816877"/>
              <a:gd name="connsiteX2" fmla="*/ 2051752 w 4824210"/>
              <a:gd name="connsiteY2" fmla="*/ 1 h 4816877"/>
              <a:gd name="connsiteX3" fmla="*/ 2692151 w 4824210"/>
              <a:gd name="connsiteY3" fmla="*/ 1634454 h 4816877"/>
              <a:gd name="connsiteX4" fmla="*/ 3924155 w 4824210"/>
              <a:gd name="connsiteY4" fmla="*/ 431704 h 4816877"/>
              <a:gd name="connsiteX5" fmla="*/ 3501933 w 4824210"/>
              <a:gd name="connsiteY5" fmla="*/ 2011010 h 4816877"/>
              <a:gd name="connsiteX6" fmla="*/ 4824119 w 4824210"/>
              <a:gd name="connsiteY6" fmla="*/ 2283577 h 4816877"/>
              <a:gd name="connsiteX7" fmla="*/ 3585369 w 4824210"/>
              <a:gd name="connsiteY7" fmla="*/ 2755829 h 4816877"/>
              <a:gd name="connsiteX8" fmla="*/ 4549998 w 4824210"/>
              <a:gd name="connsiteY8" fmla="*/ 3931620 h 4816877"/>
              <a:gd name="connsiteX9" fmla="*/ 3070885 w 4824210"/>
              <a:gd name="connsiteY9" fmla="*/ 3416740 h 4816877"/>
              <a:gd name="connsiteX10" fmla="*/ 2769359 w 4824210"/>
              <a:gd name="connsiteY10" fmla="*/ 4815717 h 4816877"/>
              <a:gd name="connsiteX11" fmla="*/ 2017369 w 4824210"/>
              <a:gd name="connsiteY11" fmla="*/ 3391175 h 4816877"/>
              <a:gd name="connsiteX12" fmla="*/ 354844 w 4824210"/>
              <a:gd name="connsiteY12" fmla="*/ 3823586 h 4816877"/>
              <a:gd name="connsiteX13" fmla="*/ 1306700 w 4824210"/>
              <a:gd name="connsiteY13" fmla="*/ 2597830 h 4816877"/>
              <a:gd name="connsiteX14" fmla="*/ 1 w 4824210"/>
              <a:gd name="connsiteY14" fmla="*/ 1515908 h 4816877"/>
              <a:gd name="connsiteX0" fmla="*/ -1 w 4824208"/>
              <a:gd name="connsiteY0" fmla="*/ 1515906 h 4816873"/>
              <a:gd name="connsiteX1" fmla="*/ 1681472 w 4824208"/>
              <a:gd name="connsiteY1" fmla="*/ 1764601 h 4816873"/>
              <a:gd name="connsiteX2" fmla="*/ 2051750 w 4824208"/>
              <a:gd name="connsiteY2" fmla="*/ -1 h 4816873"/>
              <a:gd name="connsiteX3" fmla="*/ 2588999 w 4824208"/>
              <a:gd name="connsiteY3" fmla="*/ 1677665 h 4816873"/>
              <a:gd name="connsiteX4" fmla="*/ 3924153 w 4824208"/>
              <a:gd name="connsiteY4" fmla="*/ 431702 h 4816873"/>
              <a:gd name="connsiteX5" fmla="*/ 3501931 w 4824208"/>
              <a:gd name="connsiteY5" fmla="*/ 2011008 h 4816873"/>
              <a:gd name="connsiteX6" fmla="*/ 4824117 w 4824208"/>
              <a:gd name="connsiteY6" fmla="*/ 2283575 h 4816873"/>
              <a:gd name="connsiteX7" fmla="*/ 3585367 w 4824208"/>
              <a:gd name="connsiteY7" fmla="*/ 2755827 h 4816873"/>
              <a:gd name="connsiteX8" fmla="*/ 4549996 w 4824208"/>
              <a:gd name="connsiteY8" fmla="*/ 3931618 h 4816873"/>
              <a:gd name="connsiteX9" fmla="*/ 3070883 w 4824208"/>
              <a:gd name="connsiteY9" fmla="*/ 3416738 h 4816873"/>
              <a:gd name="connsiteX10" fmla="*/ 2769357 w 4824208"/>
              <a:gd name="connsiteY10" fmla="*/ 4815715 h 4816873"/>
              <a:gd name="connsiteX11" fmla="*/ 2017367 w 4824208"/>
              <a:gd name="connsiteY11" fmla="*/ 3391173 h 4816873"/>
              <a:gd name="connsiteX12" fmla="*/ 354842 w 4824208"/>
              <a:gd name="connsiteY12" fmla="*/ 3823584 h 4816873"/>
              <a:gd name="connsiteX13" fmla="*/ 1306698 w 4824208"/>
              <a:gd name="connsiteY13" fmla="*/ 2597828 h 4816873"/>
              <a:gd name="connsiteX14" fmla="*/ -1 w 4824208"/>
              <a:gd name="connsiteY14" fmla="*/ 1515906 h 4816873"/>
              <a:gd name="connsiteX0" fmla="*/ 1 w 4824210"/>
              <a:gd name="connsiteY0" fmla="*/ 1450607 h 4751576"/>
              <a:gd name="connsiteX1" fmla="*/ 1681474 w 4824210"/>
              <a:gd name="connsiteY1" fmla="*/ 1699302 h 4751576"/>
              <a:gd name="connsiteX2" fmla="*/ 1872212 w 4824210"/>
              <a:gd name="connsiteY2" fmla="*/ 0 h 4751576"/>
              <a:gd name="connsiteX3" fmla="*/ 2589001 w 4824210"/>
              <a:gd name="connsiteY3" fmla="*/ 1612366 h 4751576"/>
              <a:gd name="connsiteX4" fmla="*/ 3924155 w 4824210"/>
              <a:gd name="connsiteY4" fmla="*/ 366403 h 4751576"/>
              <a:gd name="connsiteX5" fmla="*/ 3501933 w 4824210"/>
              <a:gd name="connsiteY5" fmla="*/ 1945709 h 4751576"/>
              <a:gd name="connsiteX6" fmla="*/ 4824119 w 4824210"/>
              <a:gd name="connsiteY6" fmla="*/ 2218276 h 4751576"/>
              <a:gd name="connsiteX7" fmla="*/ 3585369 w 4824210"/>
              <a:gd name="connsiteY7" fmla="*/ 2690528 h 4751576"/>
              <a:gd name="connsiteX8" fmla="*/ 4549998 w 4824210"/>
              <a:gd name="connsiteY8" fmla="*/ 3866319 h 4751576"/>
              <a:gd name="connsiteX9" fmla="*/ 3070885 w 4824210"/>
              <a:gd name="connsiteY9" fmla="*/ 3351439 h 4751576"/>
              <a:gd name="connsiteX10" fmla="*/ 2769359 w 4824210"/>
              <a:gd name="connsiteY10" fmla="*/ 4750416 h 4751576"/>
              <a:gd name="connsiteX11" fmla="*/ 2017369 w 4824210"/>
              <a:gd name="connsiteY11" fmla="*/ 3325874 h 4751576"/>
              <a:gd name="connsiteX12" fmla="*/ 354844 w 4824210"/>
              <a:gd name="connsiteY12" fmla="*/ 3758285 h 4751576"/>
              <a:gd name="connsiteX13" fmla="*/ 1306700 w 4824210"/>
              <a:gd name="connsiteY13" fmla="*/ 2532529 h 4751576"/>
              <a:gd name="connsiteX14" fmla="*/ 1 w 4824210"/>
              <a:gd name="connsiteY14" fmla="*/ 1450607 h 475157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588999 w 4824208"/>
              <a:gd name="connsiteY3" fmla="*/ 148555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589001 w 4824210"/>
              <a:gd name="connsiteY3" fmla="*/ 148555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588999 w 4824208"/>
              <a:gd name="connsiteY3" fmla="*/ 148555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52997 w 4824210"/>
              <a:gd name="connsiteY3" fmla="*/ 1403752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</a:gdLst>
            <a:rect l="l" t="t" r="r" b="b"/>
            <a:pathLst>
              <a:path w="4824210" h="4624766">
                <a:moveTo>
                  <a:pt x="1" y="1323797"/>
                </a:moveTo>
                <a:cubicBezTo>
                  <a:pt x="633323" y="1383878"/>
                  <a:pt x="1417823" y="1609420"/>
                  <a:pt x="1681474" y="1572492"/>
                </a:cubicBezTo>
                <a:cubicBezTo>
                  <a:pt x="1790594" y="1166583"/>
                  <a:pt x="1786880" y="594423"/>
                  <a:pt x="1951481" y="1"/>
                </a:cubicBezTo>
                <a:cubicBezTo>
                  <a:pt x="2170664" y="403056"/>
                  <a:pt x="2557955" y="1041315"/>
                  <a:pt x="2652997" y="1403752"/>
                </a:cubicBezTo>
                <a:cubicBezTo>
                  <a:pt x="3103419" y="986424"/>
                  <a:pt x="3766490" y="310769"/>
                  <a:pt x="3924155" y="239593"/>
                </a:cubicBezTo>
                <a:cubicBezTo>
                  <a:pt x="3844662" y="673958"/>
                  <a:pt x="3460640" y="1722223"/>
                  <a:pt x="3501933" y="1818899"/>
                </a:cubicBezTo>
                <a:cubicBezTo>
                  <a:pt x="3736212" y="1853076"/>
                  <a:pt x="4692606" y="1988247"/>
                  <a:pt x="4824119" y="2091466"/>
                </a:cubicBezTo>
                <a:cubicBezTo>
                  <a:pt x="4833451" y="2233703"/>
                  <a:pt x="4124852" y="2320002"/>
                  <a:pt x="3585369" y="2563718"/>
                </a:cubicBezTo>
                <a:cubicBezTo>
                  <a:pt x="3779728" y="2807895"/>
                  <a:pt x="4357569" y="3382413"/>
                  <a:pt x="4549998" y="3739509"/>
                </a:cubicBezTo>
                <a:cubicBezTo>
                  <a:pt x="4200214" y="3679853"/>
                  <a:pt x="3389500" y="3265643"/>
                  <a:pt x="3070885" y="3224629"/>
                </a:cubicBezTo>
                <a:cubicBezTo>
                  <a:pt x="3024509" y="3539936"/>
                  <a:pt x="2850190" y="4334804"/>
                  <a:pt x="2769359" y="4623606"/>
                </a:cubicBezTo>
                <a:cubicBezTo>
                  <a:pt x="2633064" y="4672076"/>
                  <a:pt x="2081638" y="3185383"/>
                  <a:pt x="2017369" y="3199064"/>
                </a:cubicBezTo>
                <a:cubicBezTo>
                  <a:pt x="1885987" y="3193397"/>
                  <a:pt x="500174" y="3767558"/>
                  <a:pt x="354844" y="3631475"/>
                </a:cubicBezTo>
                <a:cubicBezTo>
                  <a:pt x="790024" y="3084190"/>
                  <a:pt x="1108810" y="2833278"/>
                  <a:pt x="1306700" y="2405719"/>
                </a:cubicBezTo>
                <a:cubicBezTo>
                  <a:pt x="1218707" y="2334388"/>
                  <a:pt x="52036" y="1460613"/>
                  <a:pt x="1" y="1323797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Freeform: Shape 19">
            <a:extLst xmlns:a="http://schemas.openxmlformats.org/drawingml/2006/main">
              <a:ext uri="{FF2B5EF4-FFF2-40B4-BE49-F238E27FC236}">
                <a16:creationId xmlns:a16="http://schemas.microsoft.com/office/drawing/2014/main" id="{3E16DB23-6D47-5C83-7FE7-ABB369BD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-19936532" y="4220117"/>
            <a:ext cx="549299" cy="75737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707481BB-763A-C248-2ED2-57D87B81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0228679" y="3934703"/>
            <a:ext cx="192895" cy="227581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Freeform: Shape 21">
            <a:extLst xmlns:a="http://schemas.openxmlformats.org/drawingml/2006/main">
              <a:ext uri="{FF2B5EF4-FFF2-40B4-BE49-F238E27FC236}">
                <a16:creationId xmlns:a16="http://schemas.microsoft.com/office/drawing/2014/main" id="{0B07F7F2-2281-55F7-CDE9-72492E07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0233646" y="3934703"/>
            <a:ext cx="116115" cy="103051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Oval 22">
            <a:extLst xmlns:a="http://schemas.openxmlformats.org/drawingml/2006/main">
              <a:ext uri="{FF2B5EF4-FFF2-40B4-BE49-F238E27FC236}">
                <a16:creationId xmlns:a16="http://schemas.microsoft.com/office/drawing/2014/main" id="{019C66C9-712E-A913-6586-9DC56877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9976964" y="3934703"/>
            <a:ext cx="192895" cy="227581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Freeform: Shape 23">
            <a:extLst xmlns:a="http://schemas.openxmlformats.org/drawingml/2006/main">
              <a:ext uri="{FF2B5EF4-FFF2-40B4-BE49-F238E27FC236}">
                <a16:creationId xmlns:a16="http://schemas.microsoft.com/office/drawing/2014/main" id="{77BB9F2C-69DE-0F8A-2448-8E7116FA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19980938" y="3934703"/>
            <a:ext cx="116115" cy="103051"/>
          </a:xfrm>
          <a:custGeom xmlns:a="http://schemas.openxmlformats.org/drawingml/2006/main">
            <a:gdLst>
              <a:gd name="connsiteX0" fmla="*/ 66769 w 325836"/>
              <a:gd name="connsiteY0" fmla="*/ 0 h 289179"/>
              <a:gd name="connsiteX1" fmla="*/ 316147 w 325836"/>
              <a:gd name="connsiteY1" fmla="*/ 195023 h 289179"/>
              <a:gd name="connsiteX2" fmla="*/ 325836 w 325836"/>
              <a:gd name="connsiteY2" fmla="*/ 231847 h 289179"/>
              <a:gd name="connsiteX3" fmla="*/ 265409 w 325836"/>
              <a:gd name="connsiteY3" fmla="*/ 275001 h 289179"/>
              <a:gd name="connsiteX4" fmla="*/ 185019 w 325836"/>
              <a:gd name="connsiteY4" fmla="*/ 288684 h 289179"/>
              <a:gd name="connsiteX5" fmla="*/ 1897 w 325836"/>
              <a:gd name="connsiteY5" fmla="*/ 21266 h 289179"/>
              <a:gd name="connsiteX6" fmla="*/ 4770 w 325836"/>
              <a:gd name="connsiteY6" fmla="*/ 9217 h 289179"/>
              <a:gd name="connsiteX7" fmla="*/ 12224 w 325836"/>
              <a:gd name="connsiteY7" fmla="*/ 6487 h 289179"/>
              <a:gd name="connsiteX8" fmla="*/ 66769 w 325836"/>
              <a:gd name="connsiteY8" fmla="*/ 0 h 289179"/>
            </a:gdLst>
            <a:rect l="l" t="t" r="r" b="b"/>
            <a:pathLst>
              <a:path w="325836" h="289179">
                <a:moveTo>
                  <a:pt x="66769" y="0"/>
                </a:moveTo>
                <a:cubicBezTo>
                  <a:pt x="178875" y="0"/>
                  <a:pt x="275061" y="80416"/>
                  <a:pt x="316147" y="195023"/>
                </a:cubicBezTo>
                <a:lnTo>
                  <a:pt x="325836" y="231847"/>
                </a:lnTo>
                <a:lnTo>
                  <a:pt x="265409" y="275001"/>
                </a:lnTo>
                <a:cubicBezTo>
                  <a:pt x="240185" y="285865"/>
                  <a:pt x="212992" y="290848"/>
                  <a:pt x="185019" y="288684"/>
                </a:cubicBezTo>
                <a:cubicBezTo>
                  <a:pt x="73129" y="280029"/>
                  <a:pt x="-14093" y="186477"/>
                  <a:pt x="1897" y="21266"/>
                </a:cubicBezTo>
                <a:lnTo>
                  <a:pt x="4770" y="9217"/>
                </a:lnTo>
                <a:lnTo>
                  <a:pt x="12224" y="6487"/>
                </a:lnTo>
                <a:cubicBezTo>
                  <a:pt x="29843" y="2234"/>
                  <a:pt x="48085" y="0"/>
                  <a:pt x="66769" y="0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Freeform: Shape 25">
            <a:extLst xmlns:a="http://schemas.openxmlformats.org/drawingml/2006/main">
              <a:ext uri="{FF2B5EF4-FFF2-40B4-BE49-F238E27FC236}">
                <a16:creationId xmlns:a16="http://schemas.microsoft.com/office/drawing/2014/main" id="{2D222837-7749-059B-31B3-3C94E132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636109" flipH="1" flipV="0">
            <a:off x="-20343327" y="5795641"/>
            <a:ext cx="118024" cy="191581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147499"/>
              <a:gd name="connsiteX1" fmla="*/ 99248 w 202239"/>
              <a:gd name="connsiteY1" fmla="*/ 147488 h 147499"/>
              <a:gd name="connsiteX2" fmla="*/ 202239 w 202239"/>
              <a:gd name="connsiteY2" fmla="*/ 0 h 147499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186642"/>
              <a:gd name="connsiteY0" fmla="*/ 5652 h 147497"/>
              <a:gd name="connsiteX1" fmla="*/ 83651 w 186642"/>
              <a:gd name="connsiteY1" fmla="*/ 147488 h 147497"/>
              <a:gd name="connsiteX2" fmla="*/ 186642 w 186642"/>
              <a:gd name="connsiteY2" fmla="*/ 0 h 147497"/>
              <a:gd name="connsiteX0" fmla="*/ 0 w 158137"/>
              <a:gd name="connsiteY0" fmla="*/ 0 h 141842"/>
              <a:gd name="connsiteX1" fmla="*/ 83651 w 158137"/>
              <a:gd name="connsiteY1" fmla="*/ 141836 h 141842"/>
              <a:gd name="connsiteX2" fmla="*/ 158137 w 158137"/>
              <a:gd name="connsiteY2" fmla="*/ 4542 h 141842"/>
              <a:gd name="connsiteX0" fmla="*/ 0 w 158137"/>
              <a:gd name="connsiteY0" fmla="*/ 0 h 141868"/>
              <a:gd name="connsiteX1" fmla="*/ 83651 w 158137"/>
              <a:gd name="connsiteY1" fmla="*/ 141836 h 141868"/>
              <a:gd name="connsiteX2" fmla="*/ 158137 w 158137"/>
              <a:gd name="connsiteY2" fmla="*/ 4542 h 141868"/>
              <a:gd name="connsiteX0" fmla="*/ 0 w 148087"/>
              <a:gd name="connsiteY0" fmla="*/ 0 h 141840"/>
              <a:gd name="connsiteX1" fmla="*/ 83651 w 148087"/>
              <a:gd name="connsiteY1" fmla="*/ 141836 h 141840"/>
              <a:gd name="connsiteX2" fmla="*/ 148087 w 148087"/>
              <a:gd name="connsiteY2" fmla="*/ 3883 h 141840"/>
              <a:gd name="connsiteX0" fmla="*/ 0 w 148087"/>
              <a:gd name="connsiteY0" fmla="*/ 0 h 141841"/>
              <a:gd name="connsiteX1" fmla="*/ 83651 w 148087"/>
              <a:gd name="connsiteY1" fmla="*/ 141836 h 141841"/>
              <a:gd name="connsiteX2" fmla="*/ 148087 w 148087"/>
              <a:gd name="connsiteY2" fmla="*/ 3883 h 141841"/>
              <a:gd name="connsiteX0" fmla="*/ 0 w 148087"/>
              <a:gd name="connsiteY0" fmla="*/ 0 h 141836"/>
              <a:gd name="connsiteX1" fmla="*/ 83651 w 148087"/>
              <a:gd name="connsiteY1" fmla="*/ 141836 h 141836"/>
              <a:gd name="connsiteX2" fmla="*/ 148087 w 148087"/>
              <a:gd name="connsiteY2" fmla="*/ 3883 h 141836"/>
              <a:gd name="connsiteX0" fmla="*/ 0 w 127644"/>
              <a:gd name="connsiteY0" fmla="*/ 3287 h 145126"/>
              <a:gd name="connsiteX1" fmla="*/ 83651 w 127644"/>
              <a:gd name="connsiteY1" fmla="*/ 145123 h 145126"/>
              <a:gd name="connsiteX2" fmla="*/ 127644 w 127644"/>
              <a:gd name="connsiteY2" fmla="*/ 0 h 145126"/>
              <a:gd name="connsiteX0" fmla="*/ 0 w 127644"/>
              <a:gd name="connsiteY0" fmla="*/ 3287 h 145127"/>
              <a:gd name="connsiteX1" fmla="*/ 83651 w 127644"/>
              <a:gd name="connsiteY1" fmla="*/ 145123 h 145127"/>
              <a:gd name="connsiteX2" fmla="*/ 127644 w 127644"/>
              <a:gd name="connsiteY2" fmla="*/ 0 h 145127"/>
              <a:gd name="connsiteX0" fmla="*/ 0 w 111281"/>
              <a:gd name="connsiteY0" fmla="*/ 4905 h 146748"/>
              <a:gd name="connsiteX1" fmla="*/ 83651 w 111281"/>
              <a:gd name="connsiteY1" fmla="*/ 146741 h 146748"/>
              <a:gd name="connsiteX2" fmla="*/ 111281 w 111281"/>
              <a:gd name="connsiteY2" fmla="*/ 0 h 146748"/>
              <a:gd name="connsiteX0" fmla="*/ 0 w 111281"/>
              <a:gd name="connsiteY0" fmla="*/ 4905 h 146914"/>
              <a:gd name="connsiteX1" fmla="*/ 83651 w 111281"/>
              <a:gd name="connsiteY1" fmla="*/ 146741 h 146914"/>
              <a:gd name="connsiteX2" fmla="*/ 111281 w 111281"/>
              <a:gd name="connsiteY2" fmla="*/ 0 h 146914"/>
            </a:gdLst>
            <a:rect l="l" t="t" r="r" b="b"/>
            <a:pathLst>
              <a:path w="111281" h="146914">
                <a:moveTo>
                  <a:pt x="0" y="4905"/>
                </a:moveTo>
                <a:cubicBezTo>
                  <a:pt x="42748" y="79468"/>
                  <a:pt x="72320" y="142563"/>
                  <a:pt x="83651" y="146741"/>
                </a:cubicBezTo>
                <a:cubicBezTo>
                  <a:pt x="94982" y="150919"/>
                  <a:pt x="92190" y="78958"/>
                  <a:pt x="111281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Freeform: Shape 26">
            <a:extLst xmlns:a="http://schemas.openxmlformats.org/drawingml/2006/main">
              <a:ext uri="{FF2B5EF4-FFF2-40B4-BE49-F238E27FC236}">
                <a16:creationId xmlns:a16="http://schemas.microsoft.com/office/drawing/2014/main" id="{E282144B-DA4D-9B8F-ABE7-6A079798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5963891" flipH="0" flipV="0">
            <a:off x="-19907676" y="5819715"/>
            <a:ext cx="118024" cy="191581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147499"/>
              <a:gd name="connsiteX1" fmla="*/ 99248 w 202239"/>
              <a:gd name="connsiteY1" fmla="*/ 147488 h 147499"/>
              <a:gd name="connsiteX2" fmla="*/ 202239 w 202239"/>
              <a:gd name="connsiteY2" fmla="*/ 0 h 147499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186642"/>
              <a:gd name="connsiteY0" fmla="*/ 5652 h 147497"/>
              <a:gd name="connsiteX1" fmla="*/ 83651 w 186642"/>
              <a:gd name="connsiteY1" fmla="*/ 147488 h 147497"/>
              <a:gd name="connsiteX2" fmla="*/ 186642 w 186642"/>
              <a:gd name="connsiteY2" fmla="*/ 0 h 147497"/>
              <a:gd name="connsiteX0" fmla="*/ 0 w 158137"/>
              <a:gd name="connsiteY0" fmla="*/ 0 h 141842"/>
              <a:gd name="connsiteX1" fmla="*/ 83651 w 158137"/>
              <a:gd name="connsiteY1" fmla="*/ 141836 h 141842"/>
              <a:gd name="connsiteX2" fmla="*/ 158137 w 158137"/>
              <a:gd name="connsiteY2" fmla="*/ 4542 h 141842"/>
              <a:gd name="connsiteX0" fmla="*/ 0 w 158137"/>
              <a:gd name="connsiteY0" fmla="*/ 0 h 141868"/>
              <a:gd name="connsiteX1" fmla="*/ 83651 w 158137"/>
              <a:gd name="connsiteY1" fmla="*/ 141836 h 141868"/>
              <a:gd name="connsiteX2" fmla="*/ 158137 w 158137"/>
              <a:gd name="connsiteY2" fmla="*/ 4542 h 141868"/>
              <a:gd name="connsiteX0" fmla="*/ 0 w 148087"/>
              <a:gd name="connsiteY0" fmla="*/ 0 h 141840"/>
              <a:gd name="connsiteX1" fmla="*/ 83651 w 148087"/>
              <a:gd name="connsiteY1" fmla="*/ 141836 h 141840"/>
              <a:gd name="connsiteX2" fmla="*/ 148087 w 148087"/>
              <a:gd name="connsiteY2" fmla="*/ 3883 h 141840"/>
              <a:gd name="connsiteX0" fmla="*/ 0 w 148087"/>
              <a:gd name="connsiteY0" fmla="*/ 0 h 141841"/>
              <a:gd name="connsiteX1" fmla="*/ 83651 w 148087"/>
              <a:gd name="connsiteY1" fmla="*/ 141836 h 141841"/>
              <a:gd name="connsiteX2" fmla="*/ 148087 w 148087"/>
              <a:gd name="connsiteY2" fmla="*/ 3883 h 141841"/>
              <a:gd name="connsiteX0" fmla="*/ 0 w 148087"/>
              <a:gd name="connsiteY0" fmla="*/ 0 h 141836"/>
              <a:gd name="connsiteX1" fmla="*/ 83651 w 148087"/>
              <a:gd name="connsiteY1" fmla="*/ 141836 h 141836"/>
              <a:gd name="connsiteX2" fmla="*/ 148087 w 148087"/>
              <a:gd name="connsiteY2" fmla="*/ 3883 h 141836"/>
              <a:gd name="connsiteX0" fmla="*/ 0 w 127644"/>
              <a:gd name="connsiteY0" fmla="*/ 3287 h 145126"/>
              <a:gd name="connsiteX1" fmla="*/ 83651 w 127644"/>
              <a:gd name="connsiteY1" fmla="*/ 145123 h 145126"/>
              <a:gd name="connsiteX2" fmla="*/ 127644 w 127644"/>
              <a:gd name="connsiteY2" fmla="*/ 0 h 145126"/>
              <a:gd name="connsiteX0" fmla="*/ 0 w 127644"/>
              <a:gd name="connsiteY0" fmla="*/ 3287 h 145127"/>
              <a:gd name="connsiteX1" fmla="*/ 83651 w 127644"/>
              <a:gd name="connsiteY1" fmla="*/ 145123 h 145127"/>
              <a:gd name="connsiteX2" fmla="*/ 127644 w 127644"/>
              <a:gd name="connsiteY2" fmla="*/ 0 h 145127"/>
              <a:gd name="connsiteX0" fmla="*/ 0 w 111281"/>
              <a:gd name="connsiteY0" fmla="*/ 4905 h 146748"/>
              <a:gd name="connsiteX1" fmla="*/ 83651 w 111281"/>
              <a:gd name="connsiteY1" fmla="*/ 146741 h 146748"/>
              <a:gd name="connsiteX2" fmla="*/ 111281 w 111281"/>
              <a:gd name="connsiteY2" fmla="*/ 0 h 146748"/>
              <a:gd name="connsiteX0" fmla="*/ 0 w 111281"/>
              <a:gd name="connsiteY0" fmla="*/ 4905 h 146914"/>
              <a:gd name="connsiteX1" fmla="*/ 83651 w 111281"/>
              <a:gd name="connsiteY1" fmla="*/ 146741 h 146914"/>
              <a:gd name="connsiteX2" fmla="*/ 111281 w 111281"/>
              <a:gd name="connsiteY2" fmla="*/ 0 h 146914"/>
            </a:gdLst>
            <a:rect l="l" t="t" r="r" b="b"/>
            <a:pathLst>
              <a:path w="111281" h="146914">
                <a:moveTo>
                  <a:pt x="0" y="4905"/>
                </a:moveTo>
                <a:cubicBezTo>
                  <a:pt x="42748" y="79468"/>
                  <a:pt x="72320" y="142563"/>
                  <a:pt x="83651" y="146741"/>
                </a:cubicBezTo>
                <a:cubicBezTo>
                  <a:pt x="94982" y="150919"/>
                  <a:pt x="92190" y="78958"/>
                  <a:pt x="111281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Freeform: Shape 27">
            <a:extLst xmlns:a="http://schemas.openxmlformats.org/drawingml/2006/main">
              <a:ext uri="{FF2B5EF4-FFF2-40B4-BE49-F238E27FC236}">
                <a16:creationId xmlns:a16="http://schemas.microsoft.com/office/drawing/2014/main" id="{DCD27526-03E0-F0C3-53BB-272478AA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-20088056" y="6184742"/>
            <a:ext cx="214667" cy="82741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type="obj" preserve="1">
  <p:cSld name="Statement">
    <p:bg>
      <p:bgPr>
        <a:solidFill xmlns:a="http://schemas.openxmlformats.org/drawingml/2006/main">
          <a:schemeClr val="accent5">
            <a:lumMod val="60000"/>
            <a:lumOff val="40000"/>
          </a:schemeClr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0790" y="-944880"/>
            <a:ext cx="10388366" cy="8077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2125318" y="1570716"/>
            <a:ext cx="7941365" cy="38166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marL="0" indent="0" algn="ctr">
              <a:lnSpc>
                <a:spcPct val="55000"/>
              </a:lnSpc>
              <a:buNone/>
              <a:defRPr sz="8000" b="1">
                <a:latin typeface="+mj-lt"/>
                <a:ea typeface="+mj-lt"/>
                <a:cs typeface="+mj-lt"/>
              </a:defRPr>
            </a:lvl1pPr>
            <a:lvl2pPr marL="457200" indent="0" algn="ctr">
              <a:lnSpc>
                <a:spcPct val="55000"/>
              </a:lnSpc>
              <a:buNone/>
              <a:defRPr sz="8000" b="1">
                <a:latin typeface="+mj-lt"/>
                <a:ea typeface="+mj-lt"/>
                <a:cs typeface="+mj-lt"/>
              </a:defRPr>
            </a:lvl2pPr>
            <a:lvl3pPr marL="914400" indent="0" algn="ctr">
              <a:lnSpc>
                <a:spcPct val="55000"/>
              </a:lnSpc>
              <a:buNone/>
              <a:defRPr sz="8000" b="1">
                <a:latin typeface="+mj-lt"/>
                <a:ea typeface="+mj-lt"/>
                <a:cs typeface="+mj-lt"/>
              </a:defRPr>
            </a:lvl3pPr>
            <a:lvl4pPr marL="1371600" indent="0" algn="ctr">
              <a:lnSpc>
                <a:spcPct val="55000"/>
              </a:lnSpc>
              <a:buNone/>
              <a:defRPr sz="8000" b="1">
                <a:latin typeface="+mj-lt"/>
                <a:ea typeface="+mj-lt"/>
                <a:cs typeface="+mj-lt"/>
              </a:defRPr>
            </a:lvl4pPr>
            <a:lvl5pPr marL="1828800" indent="0" algn="ctr">
              <a:lnSpc>
                <a:spcPct val="55000"/>
              </a:lnSpc>
              <a:buNone/>
              <a:defRPr sz="8000" b="1">
                <a:latin typeface="+mj-lt"/>
                <a:ea typeface="+mj-lt"/>
                <a:cs typeface="+mj-lt"/>
              </a:defRPr>
            </a:lvl5pPr>
          </a:lstStyle>
          <a:p xmlns:a="http://schemas.openxmlformats.org/drawingml/2006/main">
            <a:pPr lvl="0">
              <a:buNone/>
            </a:pPr>
            <a:r>
              <a:t>Click to add Statement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16" name="Oval 28">
            <a:extLst xmlns:a="http://schemas.openxmlformats.org/drawingml/2006/main">
              <a:ext uri="{FF2B5EF4-FFF2-40B4-BE49-F238E27FC236}">
                <a16:creationId xmlns:a16="http://schemas.microsoft.com/office/drawing/2014/main" id="{9A08BBB9-2A8D-DCA0-A0C8-56229C3C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928485">
            <a:off x="2900060" y="3022504"/>
            <a:ext cx="4798434" cy="4772083"/>
          </a:xfrm>
          <a:custGeom xmlns:a="http://schemas.openxmlformats.org/drawingml/2006/main"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4518 w 3056258"/>
              <a:gd name="connsiteY0" fmla="*/ 1670159 h 3063481"/>
              <a:gd name="connsiteX1" fmla="*/ 456217 w 3056258"/>
              <a:gd name="connsiteY1" fmla="*/ 506264 h 3063481"/>
              <a:gd name="connsiteX2" fmla="*/ 1567103 w 3056258"/>
              <a:gd name="connsiteY2" fmla="*/ 530 h 3063481"/>
              <a:gd name="connsiteX3" fmla="*/ 2637231 w 3056258"/>
              <a:gd name="connsiteY3" fmla="*/ 452079 h 3063481"/>
              <a:gd name="connsiteX4" fmla="*/ 2938068 w 3056258"/>
              <a:gd name="connsiteY4" fmla="*/ 2137518 h 3063481"/>
              <a:gd name="connsiteX5" fmla="*/ 1259546 w 3056258"/>
              <a:gd name="connsiteY5" fmla="*/ 3050654 h 3063481"/>
              <a:gd name="connsiteX6" fmla="*/ 14518 w 3056258"/>
              <a:gd name="connsiteY6" fmla="*/ 1670159 h 3063481"/>
              <a:gd name="connsiteX0" fmla="*/ 14660 w 3055858"/>
              <a:gd name="connsiteY0" fmla="*/ 1653203 h 3046525"/>
              <a:gd name="connsiteX1" fmla="*/ 456359 w 3055858"/>
              <a:gd name="connsiteY1" fmla="*/ 489308 h 3046525"/>
              <a:gd name="connsiteX2" fmla="*/ 1587956 w 3055858"/>
              <a:gd name="connsiteY2" fmla="*/ 601 h 3046525"/>
              <a:gd name="connsiteX3" fmla="*/ 2637373 w 3055858"/>
              <a:gd name="connsiteY3" fmla="*/ 435123 h 3046525"/>
              <a:gd name="connsiteX4" fmla="*/ 2938210 w 3055858"/>
              <a:gd name="connsiteY4" fmla="*/ 2120562 h 3046525"/>
              <a:gd name="connsiteX5" fmla="*/ 1259688 w 3055858"/>
              <a:gd name="connsiteY5" fmla="*/ 3033698 h 3046525"/>
              <a:gd name="connsiteX6" fmla="*/ 14660 w 3055858"/>
              <a:gd name="connsiteY6" fmla="*/ 1653203 h 3046525"/>
              <a:gd name="connsiteX0" fmla="*/ 14660 w 3062539"/>
              <a:gd name="connsiteY0" fmla="*/ 1652604 h 3045926"/>
              <a:gd name="connsiteX1" fmla="*/ 456359 w 3062539"/>
              <a:gd name="connsiteY1" fmla="*/ 488709 h 3045926"/>
              <a:gd name="connsiteX2" fmla="*/ 1587956 w 3062539"/>
              <a:gd name="connsiteY2" fmla="*/ 2 h 3045926"/>
              <a:gd name="connsiteX3" fmla="*/ 2673458 w 3062539"/>
              <a:gd name="connsiteY3" fmla="*/ 491957 h 3045926"/>
              <a:gd name="connsiteX4" fmla="*/ 2938210 w 3062539"/>
              <a:gd name="connsiteY4" fmla="*/ 2119963 h 3045926"/>
              <a:gd name="connsiteX5" fmla="*/ 1259688 w 3062539"/>
              <a:gd name="connsiteY5" fmla="*/ 3033099 h 3045926"/>
              <a:gd name="connsiteX6" fmla="*/ 14660 w 3062539"/>
              <a:gd name="connsiteY6" fmla="*/ 1652604 h 3045926"/>
              <a:gd name="connsiteX0" fmla="*/ 17086 w 3007345"/>
              <a:gd name="connsiteY0" fmla="*/ 1696501 h 3044065"/>
              <a:gd name="connsiteX1" fmla="*/ 401165 w 3007345"/>
              <a:gd name="connsiteY1" fmla="*/ 488709 h 3044065"/>
              <a:gd name="connsiteX2" fmla="*/ 1532762 w 3007345"/>
              <a:gd name="connsiteY2" fmla="*/ 2 h 3044065"/>
              <a:gd name="connsiteX3" fmla="*/ 2618264 w 3007345"/>
              <a:gd name="connsiteY3" fmla="*/ 491957 h 3044065"/>
              <a:gd name="connsiteX4" fmla="*/ 2883016 w 3007345"/>
              <a:gd name="connsiteY4" fmla="*/ 2119963 h 3044065"/>
              <a:gd name="connsiteX5" fmla="*/ 1204494 w 3007345"/>
              <a:gd name="connsiteY5" fmla="*/ 3033099 h 3044065"/>
              <a:gd name="connsiteX6" fmla="*/ 17086 w 3007345"/>
              <a:gd name="connsiteY6" fmla="*/ 1696501 h 3044065"/>
              <a:gd name="connsiteX0" fmla="*/ 32731 w 3022990"/>
              <a:gd name="connsiteY0" fmla="*/ 1696501 h 2979171"/>
              <a:gd name="connsiteX1" fmla="*/ 416810 w 3022990"/>
              <a:gd name="connsiteY1" fmla="*/ 488709 h 2979171"/>
              <a:gd name="connsiteX2" fmla="*/ 1548407 w 3022990"/>
              <a:gd name="connsiteY2" fmla="*/ 2 h 2979171"/>
              <a:gd name="connsiteX3" fmla="*/ 2633909 w 3022990"/>
              <a:gd name="connsiteY3" fmla="*/ 491957 h 2979171"/>
              <a:gd name="connsiteX4" fmla="*/ 2898661 w 3022990"/>
              <a:gd name="connsiteY4" fmla="*/ 2119963 h 2979171"/>
              <a:gd name="connsiteX5" fmla="*/ 1167856 w 3022990"/>
              <a:gd name="connsiteY5" fmla="*/ 2965821 h 2979171"/>
              <a:gd name="connsiteX6" fmla="*/ 32731 w 3022990"/>
              <a:gd name="connsiteY6" fmla="*/ 1696501 h 2979171"/>
              <a:gd name="connsiteX0" fmla="*/ 33843 w 3024102"/>
              <a:gd name="connsiteY0" fmla="*/ 1696501 h 2979171"/>
              <a:gd name="connsiteX1" fmla="*/ 417922 w 3024102"/>
              <a:gd name="connsiteY1" fmla="*/ 488709 h 2979171"/>
              <a:gd name="connsiteX2" fmla="*/ 1549519 w 3024102"/>
              <a:gd name="connsiteY2" fmla="*/ 2 h 2979171"/>
              <a:gd name="connsiteX3" fmla="*/ 2635021 w 3024102"/>
              <a:gd name="connsiteY3" fmla="*/ 491957 h 2979171"/>
              <a:gd name="connsiteX4" fmla="*/ 2899773 w 3024102"/>
              <a:gd name="connsiteY4" fmla="*/ 2119963 h 2979171"/>
              <a:gd name="connsiteX5" fmla="*/ 1168968 w 3024102"/>
              <a:gd name="connsiteY5" fmla="*/ 2965821 h 2979171"/>
              <a:gd name="connsiteX6" fmla="*/ 33843 w 3024102"/>
              <a:gd name="connsiteY6" fmla="*/ 1696501 h 2979171"/>
              <a:gd name="connsiteX0" fmla="*/ 33843 w 3024102"/>
              <a:gd name="connsiteY0" fmla="*/ 1696501 h 2996539"/>
              <a:gd name="connsiteX1" fmla="*/ 417922 w 3024102"/>
              <a:gd name="connsiteY1" fmla="*/ 488709 h 2996539"/>
              <a:gd name="connsiteX2" fmla="*/ 1549519 w 3024102"/>
              <a:gd name="connsiteY2" fmla="*/ 2 h 2996539"/>
              <a:gd name="connsiteX3" fmla="*/ 2635021 w 3024102"/>
              <a:gd name="connsiteY3" fmla="*/ 491957 h 2996539"/>
              <a:gd name="connsiteX4" fmla="*/ 2899773 w 3024102"/>
              <a:gd name="connsiteY4" fmla="*/ 2119963 h 2996539"/>
              <a:gd name="connsiteX5" fmla="*/ 1168968 w 3024102"/>
              <a:gd name="connsiteY5" fmla="*/ 2965821 h 2996539"/>
              <a:gd name="connsiteX6" fmla="*/ 33843 w 3024102"/>
              <a:gd name="connsiteY6" fmla="*/ 1696501 h 2996539"/>
              <a:gd name="connsiteX0" fmla="*/ 33843 w 2996635"/>
              <a:gd name="connsiteY0" fmla="*/ 1696501 h 2980176"/>
              <a:gd name="connsiteX1" fmla="*/ 417922 w 2996635"/>
              <a:gd name="connsiteY1" fmla="*/ 488709 h 2980176"/>
              <a:gd name="connsiteX2" fmla="*/ 1549519 w 2996635"/>
              <a:gd name="connsiteY2" fmla="*/ 2 h 2980176"/>
              <a:gd name="connsiteX3" fmla="*/ 2635021 w 2996635"/>
              <a:gd name="connsiteY3" fmla="*/ 491957 h 2980176"/>
              <a:gd name="connsiteX4" fmla="*/ 2866547 w 2996635"/>
              <a:gd name="connsiteY4" fmla="*/ 2130827 h 2980176"/>
              <a:gd name="connsiteX5" fmla="*/ 1168968 w 2996635"/>
              <a:gd name="connsiteY5" fmla="*/ 2965821 h 2980176"/>
              <a:gd name="connsiteX6" fmla="*/ 33843 w 2996635"/>
              <a:gd name="connsiteY6" fmla="*/ 1696501 h 2980176"/>
            </a:gdLst>
            <a:rect l="l" t="t" r="r" b="b"/>
            <a:pathLst>
              <a:path w="2996635" h="2980176">
                <a:moveTo>
                  <a:pt x="33843" y="1696501"/>
                </a:moveTo>
                <a:cubicBezTo>
                  <a:pt x="-94379" y="1135372"/>
                  <a:pt x="165309" y="771459"/>
                  <a:pt x="417922" y="488709"/>
                </a:cubicBezTo>
                <a:cubicBezTo>
                  <a:pt x="670535" y="205959"/>
                  <a:pt x="1180003" y="-539"/>
                  <a:pt x="1549519" y="2"/>
                </a:cubicBezTo>
                <a:cubicBezTo>
                  <a:pt x="1919035" y="543"/>
                  <a:pt x="2415516" y="136819"/>
                  <a:pt x="2635021" y="491957"/>
                </a:cubicBezTo>
                <a:cubicBezTo>
                  <a:pt x="2854526" y="847095"/>
                  <a:pt x="3180827" y="1528397"/>
                  <a:pt x="2866547" y="2130827"/>
                </a:cubicBezTo>
                <a:cubicBezTo>
                  <a:pt x="2423573" y="2848403"/>
                  <a:pt x="1641085" y="3038209"/>
                  <a:pt x="1168968" y="2965821"/>
                </a:cubicBezTo>
                <a:cubicBezTo>
                  <a:pt x="696851" y="2893433"/>
                  <a:pt x="162065" y="2257630"/>
                  <a:pt x="33843" y="1696501"/>
                </a:cubicBezTo>
                <a:close/>
              </a:path>
            </a:pathLst>
          </a:custGeom>
          <a:solidFill xmlns:a="http://schemas.openxmlformats.org/drawingml/2006/main">
            <a:schemeClr val="bg2">
              <a:alpha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Star: 7 Points 2">
            <a:extLst xmlns:a="http://schemas.openxmlformats.org/drawingml/2006/main">
              <a:ext uri="{FF2B5EF4-FFF2-40B4-BE49-F238E27FC236}">
                <a16:creationId xmlns:a16="http://schemas.microsoft.com/office/drawing/2014/main" id="{C3DC6072-5AD5-FBFC-C8F4-7698336A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55070">
            <a:off x="7248091" y="616479"/>
            <a:ext cx="4949074" cy="4986231"/>
          </a:xfrm>
          <a:custGeom xmlns:a="http://schemas.openxmlformats.org/drawingml/2006/main"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 xmlns:a="http://schemas.openxmlformats.org/drawingml/2006/main">
            <a:schemeClr val="bg2">
              <a:alpha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Freeform: Shape 19">
            <a:extLst xmlns:a="http://schemas.openxmlformats.org/drawingml/2006/main">
              <a:ext uri="{FF2B5EF4-FFF2-40B4-BE49-F238E27FC236}">
                <a16:creationId xmlns:a16="http://schemas.microsoft.com/office/drawing/2014/main" id="{1371032F-4AF3-8568-A556-3CCC9DB5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632732">
            <a:off x="-598866" y="1426895"/>
            <a:ext cx="6033509" cy="2778669"/>
          </a:xfrm>
          <a:custGeom xmlns:a="http://schemas.openxmlformats.org/drawingml/2006/main"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83099 w 3429855"/>
              <a:gd name="connsiteY0" fmla="*/ 1967436 h 1967436"/>
              <a:gd name="connsiteX1" fmla="*/ 18063 w 3429855"/>
              <a:gd name="connsiteY1" fmla="*/ 1957464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70867 w 3417623"/>
              <a:gd name="connsiteY0" fmla="*/ 1967436 h 1967436"/>
              <a:gd name="connsiteX1" fmla="*/ 5831 w 3417623"/>
              <a:gd name="connsiteY1" fmla="*/ 1957464 h 1967436"/>
              <a:gd name="connsiteX2" fmla="*/ 0 w 3417623"/>
              <a:gd name="connsiteY2" fmla="*/ 0 h 1967436"/>
              <a:gd name="connsiteX3" fmla="*/ 3404077 w 3417623"/>
              <a:gd name="connsiteY3" fmla="*/ 4176 h 1967436"/>
              <a:gd name="connsiteX4" fmla="*/ 3398128 w 3417623"/>
              <a:gd name="connsiteY4" fmla="*/ 1246580 h 1967436"/>
              <a:gd name="connsiteX5" fmla="*/ 3376861 w 3417623"/>
              <a:gd name="connsiteY5" fmla="*/ 1921570 h 1967436"/>
              <a:gd name="connsiteX6" fmla="*/ 3370867 w 3417623"/>
              <a:gd name="connsiteY6" fmla="*/ 1967436 h 1967436"/>
              <a:gd name="connsiteX0" fmla="*/ 3370867 w 3648525"/>
              <a:gd name="connsiteY0" fmla="*/ 1967436 h 1967436"/>
              <a:gd name="connsiteX1" fmla="*/ 5831 w 3648525"/>
              <a:gd name="connsiteY1" fmla="*/ 1957464 h 1967436"/>
              <a:gd name="connsiteX2" fmla="*/ 0 w 3648525"/>
              <a:gd name="connsiteY2" fmla="*/ 0 h 1967436"/>
              <a:gd name="connsiteX3" fmla="*/ 3404077 w 3648525"/>
              <a:gd name="connsiteY3" fmla="*/ 4176 h 1967436"/>
              <a:gd name="connsiteX4" fmla="*/ 3376861 w 3648525"/>
              <a:gd name="connsiteY4" fmla="*/ 1921570 h 1967436"/>
              <a:gd name="connsiteX5" fmla="*/ 3370867 w 3648525"/>
              <a:gd name="connsiteY5" fmla="*/ 1967436 h 1967436"/>
              <a:gd name="connsiteX0" fmla="*/ 3370867 w 3420134"/>
              <a:gd name="connsiteY0" fmla="*/ 1967436 h 1967436"/>
              <a:gd name="connsiteX1" fmla="*/ 5831 w 3420134"/>
              <a:gd name="connsiteY1" fmla="*/ 1957464 h 1967436"/>
              <a:gd name="connsiteX2" fmla="*/ 0 w 3420134"/>
              <a:gd name="connsiteY2" fmla="*/ 0 h 1967436"/>
              <a:gd name="connsiteX3" fmla="*/ 3404077 w 3420134"/>
              <a:gd name="connsiteY3" fmla="*/ 4176 h 1967436"/>
              <a:gd name="connsiteX4" fmla="*/ 3376861 w 3420134"/>
              <a:gd name="connsiteY4" fmla="*/ 1921570 h 1967436"/>
              <a:gd name="connsiteX5" fmla="*/ 3370867 w 3420134"/>
              <a:gd name="connsiteY5" fmla="*/ 1967436 h 1967436"/>
            </a:gdLst>
            <a:rect l="l" t="t" r="r" b="b"/>
            <a:pathLst>
              <a:path w="3420134" h="1967436">
                <a:moveTo>
                  <a:pt x="3370867" y="1967436"/>
                </a:moveTo>
                <a:lnTo>
                  <a:pt x="5831" y="1957464"/>
                </a:lnTo>
                <a:cubicBezTo>
                  <a:pt x="3887" y="1304976"/>
                  <a:pt x="1944" y="652488"/>
                  <a:pt x="0" y="0"/>
                </a:cubicBezTo>
                <a:lnTo>
                  <a:pt x="3404077" y="4176"/>
                </a:lnTo>
                <a:cubicBezTo>
                  <a:pt x="3450373" y="699042"/>
                  <a:pt x="3382396" y="1594360"/>
                  <a:pt x="3376861" y="1921570"/>
                </a:cubicBezTo>
                <a:lnTo>
                  <a:pt x="3370867" y="1967436"/>
                </a:lnTo>
                <a:close/>
              </a:path>
            </a:pathLst>
          </a:custGeom>
          <a:solidFill xmlns:a="http://schemas.openxmlformats.org/drawingml/2006/main">
            <a:schemeClr val="bg2">
              <a:alpha val="1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>
  <p:cSld name="Quote">
    <p:bg>
      <p:bgPr>
        <a:solidFill xmlns:a="http://schemas.openxmlformats.org/drawingml/2006/main">
          <a:schemeClr val="bg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Oval 28">
            <a:extLst xmlns:a="http://schemas.openxmlformats.org/drawingml/2006/main">
              <a:ext uri="{FF2B5EF4-FFF2-40B4-BE49-F238E27FC236}">
                <a16:creationId xmlns:a16="http://schemas.microsoft.com/office/drawing/2014/main" id="{F30CBD22-E536-26E8-ADAE-542BAD9C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585563">
            <a:off x="10241755" y="4995728"/>
            <a:ext cx="1858039" cy="1910197"/>
          </a:xfrm>
          <a:custGeom xmlns:a="http://schemas.openxmlformats.org/drawingml/2006/main"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1907 w 3045014"/>
              <a:gd name="connsiteY0" fmla="*/ 1624335 h 3017657"/>
              <a:gd name="connsiteX1" fmla="*/ 453606 w 3045014"/>
              <a:gd name="connsiteY1" fmla="*/ 460440 h 3017657"/>
              <a:gd name="connsiteX2" fmla="*/ 1412722 w 3045014"/>
              <a:gd name="connsiteY2" fmla="*/ 0 h 3017657"/>
              <a:gd name="connsiteX3" fmla="*/ 2551450 w 3045014"/>
              <a:gd name="connsiteY3" fmla="*/ 461827 h 3017657"/>
              <a:gd name="connsiteX4" fmla="*/ 2935457 w 3045014"/>
              <a:gd name="connsiteY4" fmla="*/ 2091694 h 3017657"/>
              <a:gd name="connsiteX5" fmla="*/ 1256935 w 3045014"/>
              <a:gd name="connsiteY5" fmla="*/ 3004830 h 3017657"/>
              <a:gd name="connsiteX6" fmla="*/ 11907 w 3045014"/>
              <a:gd name="connsiteY6" fmla="*/ 1624335 h 3017657"/>
              <a:gd name="connsiteX0" fmla="*/ 14192 w 3047299"/>
              <a:gd name="connsiteY0" fmla="*/ 1624335 h 3017657"/>
              <a:gd name="connsiteX1" fmla="*/ 455891 w 3047299"/>
              <a:gd name="connsiteY1" fmla="*/ 460440 h 3017657"/>
              <a:gd name="connsiteX2" fmla="*/ 1415007 w 3047299"/>
              <a:gd name="connsiteY2" fmla="*/ 0 h 3017657"/>
              <a:gd name="connsiteX3" fmla="*/ 2553735 w 3047299"/>
              <a:gd name="connsiteY3" fmla="*/ 461827 h 3017657"/>
              <a:gd name="connsiteX4" fmla="*/ 2937742 w 3047299"/>
              <a:gd name="connsiteY4" fmla="*/ 2091694 h 3017657"/>
              <a:gd name="connsiteX5" fmla="*/ 1259220 w 3047299"/>
              <a:gd name="connsiteY5" fmla="*/ 3004830 h 3017657"/>
              <a:gd name="connsiteX6" fmla="*/ 14192 w 3047299"/>
              <a:gd name="connsiteY6" fmla="*/ 1624335 h 3017657"/>
              <a:gd name="connsiteX0" fmla="*/ 14192 w 2960523"/>
              <a:gd name="connsiteY0" fmla="*/ 1624335 h 3017246"/>
              <a:gd name="connsiteX1" fmla="*/ 455891 w 2960523"/>
              <a:gd name="connsiteY1" fmla="*/ 460440 h 3017246"/>
              <a:gd name="connsiteX2" fmla="*/ 1415007 w 2960523"/>
              <a:gd name="connsiteY2" fmla="*/ 0 h 3017246"/>
              <a:gd name="connsiteX3" fmla="*/ 2553735 w 2960523"/>
              <a:gd name="connsiteY3" fmla="*/ 461827 h 3017246"/>
              <a:gd name="connsiteX4" fmla="*/ 2837859 w 2960523"/>
              <a:gd name="connsiteY4" fmla="*/ 2086251 h 3017246"/>
              <a:gd name="connsiteX5" fmla="*/ 1259220 w 2960523"/>
              <a:gd name="connsiteY5" fmla="*/ 3004830 h 3017246"/>
              <a:gd name="connsiteX6" fmla="*/ 14192 w 2960523"/>
              <a:gd name="connsiteY6" fmla="*/ 1624335 h 3017246"/>
              <a:gd name="connsiteX0" fmla="*/ 14192 w 2957884"/>
              <a:gd name="connsiteY0" fmla="*/ 1626269 h 3019180"/>
              <a:gd name="connsiteX1" fmla="*/ 455891 w 2957884"/>
              <a:gd name="connsiteY1" fmla="*/ 462374 h 3019180"/>
              <a:gd name="connsiteX2" fmla="*/ 1415007 w 2957884"/>
              <a:gd name="connsiteY2" fmla="*/ 1934 h 3019180"/>
              <a:gd name="connsiteX3" fmla="*/ 2539531 w 2957884"/>
              <a:gd name="connsiteY3" fmla="*/ 618605 h 3019180"/>
              <a:gd name="connsiteX4" fmla="*/ 2837859 w 2957884"/>
              <a:gd name="connsiteY4" fmla="*/ 2088185 h 3019180"/>
              <a:gd name="connsiteX5" fmla="*/ 1259220 w 2957884"/>
              <a:gd name="connsiteY5" fmla="*/ 3006764 h 3019180"/>
              <a:gd name="connsiteX6" fmla="*/ 14192 w 2957884"/>
              <a:gd name="connsiteY6" fmla="*/ 1626269 h 3019180"/>
              <a:gd name="connsiteX0" fmla="*/ 13945 w 2955938"/>
              <a:gd name="connsiteY0" fmla="*/ 1591183 h 2984094"/>
              <a:gd name="connsiteX1" fmla="*/ 455644 w 2955938"/>
              <a:gd name="connsiteY1" fmla="*/ 427288 h 2984094"/>
              <a:gd name="connsiteX2" fmla="*/ 1478416 w 2955938"/>
              <a:gd name="connsiteY2" fmla="*/ 2429 h 2984094"/>
              <a:gd name="connsiteX3" fmla="*/ 2539284 w 2955938"/>
              <a:gd name="connsiteY3" fmla="*/ 583519 h 2984094"/>
              <a:gd name="connsiteX4" fmla="*/ 2837612 w 2955938"/>
              <a:gd name="connsiteY4" fmla="*/ 2053099 h 2984094"/>
              <a:gd name="connsiteX5" fmla="*/ 1258973 w 2955938"/>
              <a:gd name="connsiteY5" fmla="*/ 2971678 h 2984094"/>
              <a:gd name="connsiteX6" fmla="*/ 13945 w 2955938"/>
              <a:gd name="connsiteY6" fmla="*/ 1591183 h 2984094"/>
              <a:gd name="connsiteX0" fmla="*/ 14815 w 2932012"/>
              <a:gd name="connsiteY0" fmla="*/ 1604636 h 2983550"/>
              <a:gd name="connsiteX1" fmla="*/ 431718 w 2932012"/>
              <a:gd name="connsiteY1" fmla="*/ 427313 h 2983550"/>
              <a:gd name="connsiteX2" fmla="*/ 1454490 w 2932012"/>
              <a:gd name="connsiteY2" fmla="*/ 2454 h 2983550"/>
              <a:gd name="connsiteX3" fmla="*/ 2515358 w 2932012"/>
              <a:gd name="connsiteY3" fmla="*/ 583544 h 2983550"/>
              <a:gd name="connsiteX4" fmla="*/ 2813686 w 2932012"/>
              <a:gd name="connsiteY4" fmla="*/ 2053124 h 2983550"/>
              <a:gd name="connsiteX5" fmla="*/ 1235047 w 2932012"/>
              <a:gd name="connsiteY5" fmla="*/ 2971703 h 2983550"/>
              <a:gd name="connsiteX6" fmla="*/ 14815 w 2932012"/>
              <a:gd name="connsiteY6" fmla="*/ 1604636 h 2983550"/>
              <a:gd name="connsiteX0" fmla="*/ 16628 w 2890261"/>
              <a:gd name="connsiteY0" fmla="*/ 1616089 h 2983092"/>
              <a:gd name="connsiteX1" fmla="*/ 389967 w 2890261"/>
              <a:gd name="connsiteY1" fmla="*/ 427335 h 2983092"/>
              <a:gd name="connsiteX2" fmla="*/ 1412739 w 2890261"/>
              <a:gd name="connsiteY2" fmla="*/ 2476 h 2983092"/>
              <a:gd name="connsiteX3" fmla="*/ 2473607 w 2890261"/>
              <a:gd name="connsiteY3" fmla="*/ 583566 h 2983092"/>
              <a:gd name="connsiteX4" fmla="*/ 2771935 w 2890261"/>
              <a:gd name="connsiteY4" fmla="*/ 2053146 h 2983092"/>
              <a:gd name="connsiteX5" fmla="*/ 1193296 w 2890261"/>
              <a:gd name="connsiteY5" fmla="*/ 2971725 h 2983092"/>
              <a:gd name="connsiteX6" fmla="*/ 16628 w 2890261"/>
              <a:gd name="connsiteY6" fmla="*/ 1616089 h 2983092"/>
              <a:gd name="connsiteX0" fmla="*/ 28885 w 2902518"/>
              <a:gd name="connsiteY0" fmla="*/ 1614467 h 2981472"/>
              <a:gd name="connsiteX1" fmla="*/ 449105 w 2902518"/>
              <a:gd name="connsiteY1" fmla="*/ 482063 h 2981472"/>
              <a:gd name="connsiteX2" fmla="*/ 1424996 w 2902518"/>
              <a:gd name="connsiteY2" fmla="*/ 854 h 2981472"/>
              <a:gd name="connsiteX3" fmla="*/ 2485864 w 2902518"/>
              <a:gd name="connsiteY3" fmla="*/ 581944 h 2981472"/>
              <a:gd name="connsiteX4" fmla="*/ 2784192 w 2902518"/>
              <a:gd name="connsiteY4" fmla="*/ 2051524 h 2981472"/>
              <a:gd name="connsiteX5" fmla="*/ 1205553 w 2902518"/>
              <a:gd name="connsiteY5" fmla="*/ 2970103 h 2981472"/>
              <a:gd name="connsiteX6" fmla="*/ 28885 w 2902518"/>
              <a:gd name="connsiteY6" fmla="*/ 1614467 h 2981472"/>
              <a:gd name="connsiteX0" fmla="*/ 29067 w 2902700"/>
              <a:gd name="connsiteY0" fmla="*/ 1614467 h 2981470"/>
              <a:gd name="connsiteX1" fmla="*/ 449287 w 2902700"/>
              <a:gd name="connsiteY1" fmla="*/ 482063 h 2981470"/>
              <a:gd name="connsiteX2" fmla="*/ 1425178 w 2902700"/>
              <a:gd name="connsiteY2" fmla="*/ 854 h 2981470"/>
              <a:gd name="connsiteX3" fmla="*/ 2486046 w 2902700"/>
              <a:gd name="connsiteY3" fmla="*/ 581944 h 2981470"/>
              <a:gd name="connsiteX4" fmla="*/ 2784374 w 2902700"/>
              <a:gd name="connsiteY4" fmla="*/ 2051524 h 2981470"/>
              <a:gd name="connsiteX5" fmla="*/ 1205735 w 2902700"/>
              <a:gd name="connsiteY5" fmla="*/ 2970103 h 2981470"/>
              <a:gd name="connsiteX6" fmla="*/ 29067 w 2902700"/>
              <a:gd name="connsiteY6" fmla="*/ 1614467 h 2981470"/>
              <a:gd name="connsiteX0" fmla="*/ 31759 w 2861927"/>
              <a:gd name="connsiteY0" fmla="*/ 1748662 h 2976424"/>
              <a:gd name="connsiteX1" fmla="*/ 408514 w 2861927"/>
              <a:gd name="connsiteY1" fmla="*/ 482146 h 2976424"/>
              <a:gd name="connsiteX2" fmla="*/ 1384405 w 2861927"/>
              <a:gd name="connsiteY2" fmla="*/ 937 h 2976424"/>
              <a:gd name="connsiteX3" fmla="*/ 2445273 w 2861927"/>
              <a:gd name="connsiteY3" fmla="*/ 582027 h 2976424"/>
              <a:gd name="connsiteX4" fmla="*/ 2743601 w 2861927"/>
              <a:gd name="connsiteY4" fmla="*/ 2051607 h 2976424"/>
              <a:gd name="connsiteX5" fmla="*/ 1164962 w 2861927"/>
              <a:gd name="connsiteY5" fmla="*/ 2970186 h 2976424"/>
              <a:gd name="connsiteX6" fmla="*/ 31759 w 2861927"/>
              <a:gd name="connsiteY6" fmla="*/ 1748662 h 2976424"/>
              <a:gd name="connsiteX0" fmla="*/ 32411 w 2861230"/>
              <a:gd name="connsiteY0" fmla="*/ 1703227 h 2930989"/>
              <a:gd name="connsiteX1" fmla="*/ 409166 w 2861230"/>
              <a:gd name="connsiteY1" fmla="*/ 436711 h 2930989"/>
              <a:gd name="connsiteX2" fmla="*/ 1436640 w 2861230"/>
              <a:gd name="connsiteY2" fmla="*/ 1129 h 2930989"/>
              <a:gd name="connsiteX3" fmla="*/ 2445925 w 2861230"/>
              <a:gd name="connsiteY3" fmla="*/ 536592 h 2930989"/>
              <a:gd name="connsiteX4" fmla="*/ 2744253 w 2861230"/>
              <a:gd name="connsiteY4" fmla="*/ 2006172 h 2930989"/>
              <a:gd name="connsiteX5" fmla="*/ 1165614 w 2861230"/>
              <a:gd name="connsiteY5" fmla="*/ 2924751 h 2930989"/>
              <a:gd name="connsiteX6" fmla="*/ 32411 w 2861230"/>
              <a:gd name="connsiteY6" fmla="*/ 1703227 h 2930989"/>
              <a:gd name="connsiteX0" fmla="*/ 32413 w 2825621"/>
              <a:gd name="connsiteY0" fmla="*/ 1703227 h 2929700"/>
              <a:gd name="connsiteX1" fmla="*/ 409168 w 2825621"/>
              <a:gd name="connsiteY1" fmla="*/ 436711 h 2929700"/>
              <a:gd name="connsiteX2" fmla="*/ 1436642 w 2825621"/>
              <a:gd name="connsiteY2" fmla="*/ 1129 h 2929700"/>
              <a:gd name="connsiteX3" fmla="*/ 2445927 w 2825621"/>
              <a:gd name="connsiteY3" fmla="*/ 536592 h 2929700"/>
              <a:gd name="connsiteX4" fmla="*/ 2702042 w 2825621"/>
              <a:gd name="connsiteY4" fmla="*/ 1979994 h 2929700"/>
              <a:gd name="connsiteX5" fmla="*/ 1165616 w 2825621"/>
              <a:gd name="connsiteY5" fmla="*/ 2924751 h 2929700"/>
              <a:gd name="connsiteX6" fmla="*/ 32413 w 2825621"/>
              <a:gd name="connsiteY6" fmla="*/ 1703227 h 2929700"/>
              <a:gd name="connsiteX0" fmla="*/ 33345 w 2826553"/>
              <a:gd name="connsiteY0" fmla="*/ 1703227 h 2887517"/>
              <a:gd name="connsiteX1" fmla="*/ 410100 w 2826553"/>
              <a:gd name="connsiteY1" fmla="*/ 436711 h 2887517"/>
              <a:gd name="connsiteX2" fmla="*/ 1437574 w 2826553"/>
              <a:gd name="connsiteY2" fmla="*/ 1129 h 2887517"/>
              <a:gd name="connsiteX3" fmla="*/ 2446859 w 2826553"/>
              <a:gd name="connsiteY3" fmla="*/ 536592 h 2887517"/>
              <a:gd name="connsiteX4" fmla="*/ 2702974 w 2826553"/>
              <a:gd name="connsiteY4" fmla="*/ 1979994 h 2887517"/>
              <a:gd name="connsiteX5" fmla="*/ 1185353 w 2826553"/>
              <a:gd name="connsiteY5" fmla="*/ 2881864 h 2887517"/>
              <a:gd name="connsiteX6" fmla="*/ 33345 w 2826553"/>
              <a:gd name="connsiteY6" fmla="*/ 1703227 h 2887517"/>
              <a:gd name="connsiteX0" fmla="*/ 12394 w 2805602"/>
              <a:gd name="connsiteY0" fmla="*/ 1703227 h 2887517"/>
              <a:gd name="connsiteX1" fmla="*/ 389149 w 2805602"/>
              <a:gd name="connsiteY1" fmla="*/ 436711 h 2887517"/>
              <a:gd name="connsiteX2" fmla="*/ 1416623 w 2805602"/>
              <a:gd name="connsiteY2" fmla="*/ 1129 h 2887517"/>
              <a:gd name="connsiteX3" fmla="*/ 2425908 w 2805602"/>
              <a:gd name="connsiteY3" fmla="*/ 536592 h 2887517"/>
              <a:gd name="connsiteX4" fmla="*/ 2682023 w 2805602"/>
              <a:gd name="connsiteY4" fmla="*/ 1979994 h 2887517"/>
              <a:gd name="connsiteX5" fmla="*/ 1164402 w 2805602"/>
              <a:gd name="connsiteY5" fmla="*/ 2881864 h 2887517"/>
              <a:gd name="connsiteX6" fmla="*/ 12394 w 2805602"/>
              <a:gd name="connsiteY6" fmla="*/ 1703227 h 2887517"/>
              <a:gd name="connsiteX0" fmla="*/ 32809 w 2826017"/>
              <a:gd name="connsiteY0" fmla="*/ 1703227 h 2887517"/>
              <a:gd name="connsiteX1" fmla="*/ 409564 w 2826017"/>
              <a:gd name="connsiteY1" fmla="*/ 436711 h 2887517"/>
              <a:gd name="connsiteX2" fmla="*/ 1437038 w 2826017"/>
              <a:gd name="connsiteY2" fmla="*/ 1129 h 2887517"/>
              <a:gd name="connsiteX3" fmla="*/ 2446323 w 2826017"/>
              <a:gd name="connsiteY3" fmla="*/ 536592 h 2887517"/>
              <a:gd name="connsiteX4" fmla="*/ 2702438 w 2826017"/>
              <a:gd name="connsiteY4" fmla="*/ 1979994 h 2887517"/>
              <a:gd name="connsiteX5" fmla="*/ 1184817 w 2826017"/>
              <a:gd name="connsiteY5" fmla="*/ 2881864 h 2887517"/>
              <a:gd name="connsiteX6" fmla="*/ 32809 w 2826017"/>
              <a:gd name="connsiteY6" fmla="*/ 1703227 h 2887517"/>
              <a:gd name="connsiteX0" fmla="*/ 32809 w 2812930"/>
              <a:gd name="connsiteY0" fmla="*/ 1703227 h 2891892"/>
              <a:gd name="connsiteX1" fmla="*/ 409564 w 2812930"/>
              <a:gd name="connsiteY1" fmla="*/ 436711 h 2891892"/>
              <a:gd name="connsiteX2" fmla="*/ 1437038 w 2812930"/>
              <a:gd name="connsiteY2" fmla="*/ 1129 h 2891892"/>
              <a:gd name="connsiteX3" fmla="*/ 2446323 w 2812930"/>
              <a:gd name="connsiteY3" fmla="*/ 536592 h 2891892"/>
              <a:gd name="connsiteX4" fmla="*/ 2686706 w 2812930"/>
              <a:gd name="connsiteY4" fmla="*/ 2046174 h 2891892"/>
              <a:gd name="connsiteX5" fmla="*/ 1184817 w 2812930"/>
              <a:gd name="connsiteY5" fmla="*/ 2881864 h 2891892"/>
              <a:gd name="connsiteX6" fmla="*/ 32809 w 2812930"/>
              <a:gd name="connsiteY6" fmla="*/ 1703227 h 2891892"/>
            </a:gdLst>
            <a:rect l="l" t="t" r="r" b="b"/>
            <a:pathLst>
              <a:path w="2812930" h="2891892">
                <a:moveTo>
                  <a:pt x="32809" y="1703227"/>
                </a:moveTo>
                <a:cubicBezTo>
                  <a:pt x="-94915" y="1117381"/>
                  <a:pt x="175526" y="720394"/>
                  <a:pt x="409564" y="436711"/>
                </a:cubicBezTo>
                <a:cubicBezTo>
                  <a:pt x="643602" y="153028"/>
                  <a:pt x="1097578" y="-15518"/>
                  <a:pt x="1437038" y="1129"/>
                </a:cubicBezTo>
                <a:cubicBezTo>
                  <a:pt x="1776498" y="17776"/>
                  <a:pt x="2238045" y="195751"/>
                  <a:pt x="2446323" y="536592"/>
                </a:cubicBezTo>
                <a:cubicBezTo>
                  <a:pt x="2654601" y="877433"/>
                  <a:pt x="3000986" y="1443744"/>
                  <a:pt x="2686706" y="2046174"/>
                </a:cubicBezTo>
                <a:cubicBezTo>
                  <a:pt x="2243732" y="2763750"/>
                  <a:pt x="1627133" y="2939022"/>
                  <a:pt x="1184817" y="2881864"/>
                </a:cubicBezTo>
                <a:cubicBezTo>
                  <a:pt x="742501" y="2824706"/>
                  <a:pt x="160533" y="2289073"/>
                  <a:pt x="32809" y="1703227"/>
                </a:cubicBezTo>
                <a:close/>
              </a:path>
            </a:pathLst>
          </a:cu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00790" y="5270513"/>
            <a:ext cx="6816291" cy="80772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>
              <a:buNone/>
              <a:defRPr sz="3600">
                <a:solidFill>
                  <a:schemeClr val="tx2"/>
                </a:solidFill>
              </a:defRPr>
            </a:lvl1pPr>
          </a:lstStyle>
          <a:p xmlns:a="http://schemas.openxmlformats.org/drawingml/2006/main">
            <a:r>
              <a:t>Quote Author</a:t>
            </a:r>
          </a:p>
        </p:txBody>
      </p:sp>
      <p:sp>
        <p:nvSpPr>
          <p:cNvPr id="9" name="Content Placeholder 8">
            <a:extLst xmlns:a="http://schemas.openxmlformats.org/drawingml/2006/main">
              <a:ext uri="{FF2B5EF4-FFF2-40B4-BE49-F238E27FC236}">
                <a16:creationId xmlns:a16="http://schemas.microsoft.com/office/drawing/2014/main" id="{A1CEF28A-3F52-68BB-661E-D02CAE40FEE5}"/>
              </a:ext>
            </a:extLst>
          </p:cNvPr>
          <p:cNvSpPr>
            <a:spLocks xmlns:a="http://schemas.openxmlformats.org/drawingml/2006/main" noGrp="1"/>
          </p:cNvSpPr>
          <p:nvPr>
            <p:ph idx="13" hasCustomPrompt="1"/>
          </p:nvPr>
        </p:nvSpPr>
        <p:spPr>
          <a:xfrm xmlns:a="http://schemas.openxmlformats.org/drawingml/2006/main">
            <a:off x="685802" y="1375079"/>
            <a:ext cx="7394054" cy="320168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00000"/>
              </a:lnSpc>
              <a:buNone/>
              <a:defRPr sz="4400"/>
            </a:lvl1pPr>
          </a:lstStyle>
          <a:p xmlns:a="http://schemas.openxmlformats.org/drawingml/2006/main">
            <a:pPr lvl="0">
              <a:buNone/>
            </a:pPr>
            <a:r>
              <a:t>Click to add Quote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5755125" y="6356350"/>
            <a:ext cx="2066535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003516" y="6356350"/>
            <a:ext cx="491834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14" name="Freeform: Shape 13">
            <a:extLst xmlns:a="http://schemas.openxmlformats.org/drawingml/2006/main">
              <a:ext uri="{FF2B5EF4-FFF2-40B4-BE49-F238E27FC236}">
                <a16:creationId xmlns:a16="http://schemas.microsoft.com/office/drawing/2014/main" id="{DEF7170A-F9A7-05AB-2DC1-6B0DFCA8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910187">
            <a:off x="8540964" y="5072757"/>
            <a:ext cx="2167730" cy="1145130"/>
          </a:xfrm>
          <a:custGeom xmlns:a="http://schemas.openxmlformats.org/drawingml/2006/main"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83099 w 3429855"/>
              <a:gd name="connsiteY0" fmla="*/ 1967436 h 1967436"/>
              <a:gd name="connsiteX1" fmla="*/ 18063 w 3429855"/>
              <a:gd name="connsiteY1" fmla="*/ 1957464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70867 w 3417623"/>
              <a:gd name="connsiteY0" fmla="*/ 1967436 h 1967436"/>
              <a:gd name="connsiteX1" fmla="*/ 5831 w 3417623"/>
              <a:gd name="connsiteY1" fmla="*/ 1957464 h 1967436"/>
              <a:gd name="connsiteX2" fmla="*/ 0 w 3417623"/>
              <a:gd name="connsiteY2" fmla="*/ 0 h 1967436"/>
              <a:gd name="connsiteX3" fmla="*/ 3404077 w 3417623"/>
              <a:gd name="connsiteY3" fmla="*/ 4176 h 1967436"/>
              <a:gd name="connsiteX4" fmla="*/ 3398128 w 3417623"/>
              <a:gd name="connsiteY4" fmla="*/ 1246580 h 1967436"/>
              <a:gd name="connsiteX5" fmla="*/ 3376861 w 3417623"/>
              <a:gd name="connsiteY5" fmla="*/ 1921570 h 1967436"/>
              <a:gd name="connsiteX6" fmla="*/ 3370867 w 3417623"/>
              <a:gd name="connsiteY6" fmla="*/ 1967436 h 1967436"/>
              <a:gd name="connsiteX0" fmla="*/ 3370867 w 3648525"/>
              <a:gd name="connsiteY0" fmla="*/ 1967436 h 1967436"/>
              <a:gd name="connsiteX1" fmla="*/ 5831 w 3648525"/>
              <a:gd name="connsiteY1" fmla="*/ 1957464 h 1967436"/>
              <a:gd name="connsiteX2" fmla="*/ 0 w 3648525"/>
              <a:gd name="connsiteY2" fmla="*/ 0 h 1967436"/>
              <a:gd name="connsiteX3" fmla="*/ 3404077 w 3648525"/>
              <a:gd name="connsiteY3" fmla="*/ 4176 h 1967436"/>
              <a:gd name="connsiteX4" fmla="*/ 3376861 w 3648525"/>
              <a:gd name="connsiteY4" fmla="*/ 1921570 h 1967436"/>
              <a:gd name="connsiteX5" fmla="*/ 3370867 w 3648525"/>
              <a:gd name="connsiteY5" fmla="*/ 1967436 h 1967436"/>
              <a:gd name="connsiteX0" fmla="*/ 3370867 w 3420134"/>
              <a:gd name="connsiteY0" fmla="*/ 1967436 h 1967436"/>
              <a:gd name="connsiteX1" fmla="*/ 5831 w 3420134"/>
              <a:gd name="connsiteY1" fmla="*/ 1957464 h 1967436"/>
              <a:gd name="connsiteX2" fmla="*/ 0 w 3420134"/>
              <a:gd name="connsiteY2" fmla="*/ 0 h 1967436"/>
              <a:gd name="connsiteX3" fmla="*/ 3404077 w 3420134"/>
              <a:gd name="connsiteY3" fmla="*/ 4176 h 1967436"/>
              <a:gd name="connsiteX4" fmla="*/ 3376861 w 3420134"/>
              <a:gd name="connsiteY4" fmla="*/ 1921570 h 1967436"/>
              <a:gd name="connsiteX5" fmla="*/ 3370867 w 3420134"/>
              <a:gd name="connsiteY5" fmla="*/ 1967436 h 1967436"/>
            </a:gdLst>
            <a:rect l="l" t="t" r="r" b="b"/>
            <a:pathLst>
              <a:path w="3420134" h="1967436">
                <a:moveTo>
                  <a:pt x="3370867" y="1967436"/>
                </a:moveTo>
                <a:lnTo>
                  <a:pt x="5831" y="1957464"/>
                </a:lnTo>
                <a:cubicBezTo>
                  <a:pt x="3887" y="1304976"/>
                  <a:pt x="1944" y="652488"/>
                  <a:pt x="0" y="0"/>
                </a:cubicBezTo>
                <a:lnTo>
                  <a:pt x="3404077" y="4176"/>
                </a:lnTo>
                <a:cubicBezTo>
                  <a:pt x="3450373" y="699042"/>
                  <a:pt x="3382396" y="1594360"/>
                  <a:pt x="3376861" y="1921570"/>
                </a:cubicBezTo>
                <a:lnTo>
                  <a:pt x="3370867" y="1967436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7" name="Star: 7 Points 2">
            <a:extLst xmlns:a="http://schemas.openxmlformats.org/drawingml/2006/main">
              <a:ext uri="{FF2B5EF4-FFF2-40B4-BE49-F238E27FC236}">
                <a16:creationId xmlns:a16="http://schemas.microsoft.com/office/drawing/2014/main" id="{F6846D31-31E7-588B-1737-4BD00B2D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714281">
            <a:off x="9934395" y="2992309"/>
            <a:ext cx="2033560" cy="2048828"/>
          </a:xfrm>
          <a:custGeom xmlns:a="http://schemas.openxmlformats.org/drawingml/2006/main"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E65F7D01-21A9-0939-B89C-D52676F3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784107">
            <a:off x="11181008" y="6103856"/>
            <a:ext cx="124751" cy="137337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Freeform: Shape 16">
            <a:extLst xmlns:a="http://schemas.openxmlformats.org/drawingml/2006/main">
              <a:ext uri="{FF2B5EF4-FFF2-40B4-BE49-F238E27FC236}">
                <a16:creationId xmlns:a16="http://schemas.microsoft.com/office/drawing/2014/main" id="{C0EEBD5B-FB39-50AA-1214-747DCD07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636109" flipH="1" flipV="0">
            <a:off x="-4846347" y="5464841"/>
            <a:ext cx="99594" cy="161665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147499"/>
              <a:gd name="connsiteX1" fmla="*/ 99248 w 202239"/>
              <a:gd name="connsiteY1" fmla="*/ 147488 h 147499"/>
              <a:gd name="connsiteX2" fmla="*/ 202239 w 202239"/>
              <a:gd name="connsiteY2" fmla="*/ 0 h 147499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186642"/>
              <a:gd name="connsiteY0" fmla="*/ 5652 h 147497"/>
              <a:gd name="connsiteX1" fmla="*/ 83651 w 186642"/>
              <a:gd name="connsiteY1" fmla="*/ 147488 h 147497"/>
              <a:gd name="connsiteX2" fmla="*/ 186642 w 186642"/>
              <a:gd name="connsiteY2" fmla="*/ 0 h 147497"/>
              <a:gd name="connsiteX0" fmla="*/ 0 w 158137"/>
              <a:gd name="connsiteY0" fmla="*/ 0 h 141842"/>
              <a:gd name="connsiteX1" fmla="*/ 83651 w 158137"/>
              <a:gd name="connsiteY1" fmla="*/ 141836 h 141842"/>
              <a:gd name="connsiteX2" fmla="*/ 158137 w 158137"/>
              <a:gd name="connsiteY2" fmla="*/ 4542 h 141842"/>
              <a:gd name="connsiteX0" fmla="*/ 0 w 158137"/>
              <a:gd name="connsiteY0" fmla="*/ 0 h 141868"/>
              <a:gd name="connsiteX1" fmla="*/ 83651 w 158137"/>
              <a:gd name="connsiteY1" fmla="*/ 141836 h 141868"/>
              <a:gd name="connsiteX2" fmla="*/ 158137 w 158137"/>
              <a:gd name="connsiteY2" fmla="*/ 4542 h 141868"/>
              <a:gd name="connsiteX0" fmla="*/ 0 w 148087"/>
              <a:gd name="connsiteY0" fmla="*/ 0 h 141840"/>
              <a:gd name="connsiteX1" fmla="*/ 83651 w 148087"/>
              <a:gd name="connsiteY1" fmla="*/ 141836 h 141840"/>
              <a:gd name="connsiteX2" fmla="*/ 148087 w 148087"/>
              <a:gd name="connsiteY2" fmla="*/ 3883 h 141840"/>
              <a:gd name="connsiteX0" fmla="*/ 0 w 148087"/>
              <a:gd name="connsiteY0" fmla="*/ 0 h 141841"/>
              <a:gd name="connsiteX1" fmla="*/ 83651 w 148087"/>
              <a:gd name="connsiteY1" fmla="*/ 141836 h 141841"/>
              <a:gd name="connsiteX2" fmla="*/ 148087 w 148087"/>
              <a:gd name="connsiteY2" fmla="*/ 3883 h 141841"/>
              <a:gd name="connsiteX0" fmla="*/ 0 w 148087"/>
              <a:gd name="connsiteY0" fmla="*/ 0 h 141836"/>
              <a:gd name="connsiteX1" fmla="*/ 83651 w 148087"/>
              <a:gd name="connsiteY1" fmla="*/ 141836 h 141836"/>
              <a:gd name="connsiteX2" fmla="*/ 148087 w 148087"/>
              <a:gd name="connsiteY2" fmla="*/ 3883 h 141836"/>
              <a:gd name="connsiteX0" fmla="*/ 0 w 127644"/>
              <a:gd name="connsiteY0" fmla="*/ 3287 h 145126"/>
              <a:gd name="connsiteX1" fmla="*/ 83651 w 127644"/>
              <a:gd name="connsiteY1" fmla="*/ 145123 h 145126"/>
              <a:gd name="connsiteX2" fmla="*/ 127644 w 127644"/>
              <a:gd name="connsiteY2" fmla="*/ 0 h 145126"/>
              <a:gd name="connsiteX0" fmla="*/ 0 w 127644"/>
              <a:gd name="connsiteY0" fmla="*/ 3287 h 145127"/>
              <a:gd name="connsiteX1" fmla="*/ 83651 w 127644"/>
              <a:gd name="connsiteY1" fmla="*/ 145123 h 145127"/>
              <a:gd name="connsiteX2" fmla="*/ 127644 w 127644"/>
              <a:gd name="connsiteY2" fmla="*/ 0 h 145127"/>
              <a:gd name="connsiteX0" fmla="*/ 0 w 111281"/>
              <a:gd name="connsiteY0" fmla="*/ 4905 h 146748"/>
              <a:gd name="connsiteX1" fmla="*/ 83651 w 111281"/>
              <a:gd name="connsiteY1" fmla="*/ 146741 h 146748"/>
              <a:gd name="connsiteX2" fmla="*/ 111281 w 111281"/>
              <a:gd name="connsiteY2" fmla="*/ 0 h 146748"/>
              <a:gd name="connsiteX0" fmla="*/ 0 w 111281"/>
              <a:gd name="connsiteY0" fmla="*/ 4905 h 146914"/>
              <a:gd name="connsiteX1" fmla="*/ 83651 w 111281"/>
              <a:gd name="connsiteY1" fmla="*/ 146741 h 146914"/>
              <a:gd name="connsiteX2" fmla="*/ 111281 w 111281"/>
              <a:gd name="connsiteY2" fmla="*/ 0 h 146914"/>
            </a:gdLst>
            <a:rect l="l" t="t" r="r" b="b"/>
            <a:pathLst>
              <a:path w="111281" h="146914">
                <a:moveTo>
                  <a:pt x="0" y="4905"/>
                </a:moveTo>
                <a:cubicBezTo>
                  <a:pt x="42748" y="79468"/>
                  <a:pt x="72320" y="142563"/>
                  <a:pt x="83651" y="146741"/>
                </a:cubicBezTo>
                <a:cubicBezTo>
                  <a:pt x="94982" y="150919"/>
                  <a:pt x="92190" y="78958"/>
                  <a:pt x="111281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Freeform: Shape 17">
            <a:extLst xmlns:a="http://schemas.openxmlformats.org/drawingml/2006/main">
              <a:ext uri="{FF2B5EF4-FFF2-40B4-BE49-F238E27FC236}">
                <a16:creationId xmlns:a16="http://schemas.microsoft.com/office/drawing/2014/main" id="{20ED9D33-5B4E-90D8-D488-95CE77F7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5963891" flipH="0" flipV="0">
            <a:off x="-4478724" y="5485156"/>
            <a:ext cx="99594" cy="161665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147499"/>
              <a:gd name="connsiteX1" fmla="*/ 99248 w 202239"/>
              <a:gd name="connsiteY1" fmla="*/ 147488 h 147499"/>
              <a:gd name="connsiteX2" fmla="*/ 202239 w 202239"/>
              <a:gd name="connsiteY2" fmla="*/ 0 h 147499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186642"/>
              <a:gd name="connsiteY0" fmla="*/ 5652 h 147497"/>
              <a:gd name="connsiteX1" fmla="*/ 83651 w 186642"/>
              <a:gd name="connsiteY1" fmla="*/ 147488 h 147497"/>
              <a:gd name="connsiteX2" fmla="*/ 186642 w 186642"/>
              <a:gd name="connsiteY2" fmla="*/ 0 h 147497"/>
              <a:gd name="connsiteX0" fmla="*/ 0 w 158137"/>
              <a:gd name="connsiteY0" fmla="*/ 0 h 141842"/>
              <a:gd name="connsiteX1" fmla="*/ 83651 w 158137"/>
              <a:gd name="connsiteY1" fmla="*/ 141836 h 141842"/>
              <a:gd name="connsiteX2" fmla="*/ 158137 w 158137"/>
              <a:gd name="connsiteY2" fmla="*/ 4542 h 141842"/>
              <a:gd name="connsiteX0" fmla="*/ 0 w 158137"/>
              <a:gd name="connsiteY0" fmla="*/ 0 h 141868"/>
              <a:gd name="connsiteX1" fmla="*/ 83651 w 158137"/>
              <a:gd name="connsiteY1" fmla="*/ 141836 h 141868"/>
              <a:gd name="connsiteX2" fmla="*/ 158137 w 158137"/>
              <a:gd name="connsiteY2" fmla="*/ 4542 h 141868"/>
              <a:gd name="connsiteX0" fmla="*/ 0 w 148087"/>
              <a:gd name="connsiteY0" fmla="*/ 0 h 141840"/>
              <a:gd name="connsiteX1" fmla="*/ 83651 w 148087"/>
              <a:gd name="connsiteY1" fmla="*/ 141836 h 141840"/>
              <a:gd name="connsiteX2" fmla="*/ 148087 w 148087"/>
              <a:gd name="connsiteY2" fmla="*/ 3883 h 141840"/>
              <a:gd name="connsiteX0" fmla="*/ 0 w 148087"/>
              <a:gd name="connsiteY0" fmla="*/ 0 h 141841"/>
              <a:gd name="connsiteX1" fmla="*/ 83651 w 148087"/>
              <a:gd name="connsiteY1" fmla="*/ 141836 h 141841"/>
              <a:gd name="connsiteX2" fmla="*/ 148087 w 148087"/>
              <a:gd name="connsiteY2" fmla="*/ 3883 h 141841"/>
              <a:gd name="connsiteX0" fmla="*/ 0 w 148087"/>
              <a:gd name="connsiteY0" fmla="*/ 0 h 141836"/>
              <a:gd name="connsiteX1" fmla="*/ 83651 w 148087"/>
              <a:gd name="connsiteY1" fmla="*/ 141836 h 141836"/>
              <a:gd name="connsiteX2" fmla="*/ 148087 w 148087"/>
              <a:gd name="connsiteY2" fmla="*/ 3883 h 141836"/>
              <a:gd name="connsiteX0" fmla="*/ 0 w 127644"/>
              <a:gd name="connsiteY0" fmla="*/ 3287 h 145126"/>
              <a:gd name="connsiteX1" fmla="*/ 83651 w 127644"/>
              <a:gd name="connsiteY1" fmla="*/ 145123 h 145126"/>
              <a:gd name="connsiteX2" fmla="*/ 127644 w 127644"/>
              <a:gd name="connsiteY2" fmla="*/ 0 h 145126"/>
              <a:gd name="connsiteX0" fmla="*/ 0 w 127644"/>
              <a:gd name="connsiteY0" fmla="*/ 3287 h 145127"/>
              <a:gd name="connsiteX1" fmla="*/ 83651 w 127644"/>
              <a:gd name="connsiteY1" fmla="*/ 145123 h 145127"/>
              <a:gd name="connsiteX2" fmla="*/ 127644 w 127644"/>
              <a:gd name="connsiteY2" fmla="*/ 0 h 145127"/>
              <a:gd name="connsiteX0" fmla="*/ 0 w 111281"/>
              <a:gd name="connsiteY0" fmla="*/ 4905 h 146748"/>
              <a:gd name="connsiteX1" fmla="*/ 83651 w 111281"/>
              <a:gd name="connsiteY1" fmla="*/ 146741 h 146748"/>
              <a:gd name="connsiteX2" fmla="*/ 111281 w 111281"/>
              <a:gd name="connsiteY2" fmla="*/ 0 h 146748"/>
              <a:gd name="connsiteX0" fmla="*/ 0 w 111281"/>
              <a:gd name="connsiteY0" fmla="*/ 4905 h 146914"/>
              <a:gd name="connsiteX1" fmla="*/ 83651 w 111281"/>
              <a:gd name="connsiteY1" fmla="*/ 146741 h 146914"/>
              <a:gd name="connsiteX2" fmla="*/ 111281 w 111281"/>
              <a:gd name="connsiteY2" fmla="*/ 0 h 146914"/>
            </a:gdLst>
            <a:rect l="l" t="t" r="r" b="b"/>
            <a:pathLst>
              <a:path w="111281" h="146914">
                <a:moveTo>
                  <a:pt x="0" y="4905"/>
                </a:moveTo>
                <a:cubicBezTo>
                  <a:pt x="42748" y="79468"/>
                  <a:pt x="72320" y="142563"/>
                  <a:pt x="83651" y="146741"/>
                </a:cubicBezTo>
                <a:cubicBezTo>
                  <a:pt x="94982" y="150919"/>
                  <a:pt x="92190" y="78958"/>
                  <a:pt x="111281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Freeform: Shape 18">
            <a:extLst xmlns:a="http://schemas.openxmlformats.org/drawingml/2006/main">
              <a:ext uri="{FF2B5EF4-FFF2-40B4-BE49-F238E27FC236}">
                <a16:creationId xmlns:a16="http://schemas.microsoft.com/office/drawing/2014/main" id="{520F23AD-BE92-A89F-127D-8172F015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-4630937" y="5793183"/>
            <a:ext cx="181146" cy="69821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9BA1864B-B3D8-DBB2-DE91-56194E66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262796" flipH="1" flipV="1">
            <a:off x="9083090" y="5677386"/>
            <a:ext cx="206832" cy="244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Freeform: Shape 10">
            <a:extLst xmlns:a="http://schemas.openxmlformats.org/drawingml/2006/main">
              <a:ext uri="{FF2B5EF4-FFF2-40B4-BE49-F238E27FC236}">
                <a16:creationId xmlns:a16="http://schemas.microsoft.com/office/drawing/2014/main" id="{0E4FD2E7-021A-3CAD-BBEB-C3DA6671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622065" flipH="1" flipV="1">
            <a:off x="8970936" y="5751062"/>
            <a:ext cx="123794" cy="108645"/>
          </a:xfrm>
          <a:custGeom xmlns:a="http://schemas.openxmlformats.org/drawingml/2006/main">
            <a:gdLst>
              <a:gd name="connsiteX0" fmla="*/ 149879 w 149879"/>
              <a:gd name="connsiteY0" fmla="*/ 105628 h 131537"/>
              <a:gd name="connsiteX1" fmla="*/ 147897 w 149879"/>
              <a:gd name="connsiteY1" fmla="*/ 97833 h 131537"/>
              <a:gd name="connsiteX2" fmla="*/ 115021 w 149879"/>
              <a:gd name="connsiteY2" fmla="*/ 49643 h 131537"/>
              <a:gd name="connsiteX3" fmla="*/ 16070 w 149879"/>
              <a:gd name="connsiteY3" fmla="*/ 0 h 131537"/>
              <a:gd name="connsiteX4" fmla="*/ 4741 w 149879"/>
              <a:gd name="connsiteY4" fmla="*/ 1093 h 131537"/>
              <a:gd name="connsiteX5" fmla="*/ 2207 w 149879"/>
              <a:gd name="connsiteY5" fmla="*/ 2021 h 131537"/>
              <a:gd name="connsiteX6" fmla="*/ 878 w 149879"/>
              <a:gd name="connsiteY6" fmla="*/ 7595 h 131537"/>
              <a:gd name="connsiteX7" fmla="*/ 85594 w 149879"/>
              <a:gd name="connsiteY7" fmla="*/ 131308 h 131537"/>
              <a:gd name="connsiteX8" fmla="*/ 122784 w 149879"/>
              <a:gd name="connsiteY8" fmla="*/ 124978 h 131537"/>
            </a:gdLst>
            <a:rect l="l" t="t" r="r" b="b"/>
            <a:pathLst>
              <a:path w="149879" h="131537">
                <a:moveTo>
                  <a:pt x="149879" y="105628"/>
                </a:moveTo>
                <a:lnTo>
                  <a:pt x="147897" y="97833"/>
                </a:lnTo>
                <a:cubicBezTo>
                  <a:pt x="140174" y="80720"/>
                  <a:pt x="129193" y="64312"/>
                  <a:pt x="115021" y="49643"/>
                </a:cubicBezTo>
                <a:cubicBezTo>
                  <a:pt x="86678" y="20305"/>
                  <a:pt x="50939" y="3482"/>
                  <a:pt x="16070" y="0"/>
                </a:cubicBezTo>
                <a:lnTo>
                  <a:pt x="4741" y="1093"/>
                </a:lnTo>
                <a:lnTo>
                  <a:pt x="2207" y="2021"/>
                </a:lnTo>
                <a:lnTo>
                  <a:pt x="878" y="7595"/>
                </a:lnTo>
                <a:cubicBezTo>
                  <a:pt x="-6520" y="84025"/>
                  <a:pt x="33831" y="127304"/>
                  <a:pt x="85594" y="131308"/>
                </a:cubicBezTo>
                <a:cubicBezTo>
                  <a:pt x="98535" y="132309"/>
                  <a:pt x="111115" y="130004"/>
                  <a:pt x="122784" y="124978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Oval 22">
            <a:extLst xmlns:a="http://schemas.openxmlformats.org/drawingml/2006/main">
              <a:ext uri="{FF2B5EF4-FFF2-40B4-BE49-F238E27FC236}">
                <a16:creationId xmlns:a16="http://schemas.microsoft.com/office/drawing/2014/main" id="{7EA79C37-9D84-E7CA-9360-EF7895C6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262796" flipH="1" flipV="1">
            <a:off x="8758738" y="5662962"/>
            <a:ext cx="206832" cy="244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Freeform: Shape 12">
            <a:extLst xmlns:a="http://schemas.openxmlformats.org/drawingml/2006/main">
              <a:ext uri="{FF2B5EF4-FFF2-40B4-BE49-F238E27FC236}">
                <a16:creationId xmlns:a16="http://schemas.microsoft.com/office/drawing/2014/main" id="{1A4768A1-F55C-247D-F9E6-6EE4C041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622065" flipH="1" flipV="1">
            <a:off x="8646590" y="5736638"/>
            <a:ext cx="123794" cy="108645"/>
          </a:xfrm>
          <a:custGeom xmlns:a="http://schemas.openxmlformats.org/drawingml/2006/main">
            <a:gdLst>
              <a:gd name="connsiteX0" fmla="*/ 149879 w 149879"/>
              <a:gd name="connsiteY0" fmla="*/ 105628 h 131537"/>
              <a:gd name="connsiteX1" fmla="*/ 147897 w 149879"/>
              <a:gd name="connsiteY1" fmla="*/ 97833 h 131537"/>
              <a:gd name="connsiteX2" fmla="*/ 115021 w 149879"/>
              <a:gd name="connsiteY2" fmla="*/ 49643 h 131537"/>
              <a:gd name="connsiteX3" fmla="*/ 16070 w 149879"/>
              <a:gd name="connsiteY3" fmla="*/ 0 h 131537"/>
              <a:gd name="connsiteX4" fmla="*/ 4741 w 149879"/>
              <a:gd name="connsiteY4" fmla="*/ 1093 h 131537"/>
              <a:gd name="connsiteX5" fmla="*/ 2207 w 149879"/>
              <a:gd name="connsiteY5" fmla="*/ 2021 h 131537"/>
              <a:gd name="connsiteX6" fmla="*/ 878 w 149879"/>
              <a:gd name="connsiteY6" fmla="*/ 7595 h 131537"/>
              <a:gd name="connsiteX7" fmla="*/ 85594 w 149879"/>
              <a:gd name="connsiteY7" fmla="*/ 131308 h 131537"/>
              <a:gd name="connsiteX8" fmla="*/ 122784 w 149879"/>
              <a:gd name="connsiteY8" fmla="*/ 124978 h 131537"/>
            </a:gdLst>
            <a:rect l="l" t="t" r="r" b="b"/>
            <a:pathLst>
              <a:path w="149879" h="131537">
                <a:moveTo>
                  <a:pt x="149879" y="105628"/>
                </a:moveTo>
                <a:lnTo>
                  <a:pt x="147897" y="97833"/>
                </a:lnTo>
                <a:cubicBezTo>
                  <a:pt x="140174" y="80720"/>
                  <a:pt x="129193" y="64312"/>
                  <a:pt x="115021" y="49643"/>
                </a:cubicBezTo>
                <a:cubicBezTo>
                  <a:pt x="86678" y="20305"/>
                  <a:pt x="50939" y="3482"/>
                  <a:pt x="16070" y="0"/>
                </a:cubicBezTo>
                <a:lnTo>
                  <a:pt x="4741" y="1093"/>
                </a:lnTo>
                <a:lnTo>
                  <a:pt x="2207" y="2021"/>
                </a:lnTo>
                <a:lnTo>
                  <a:pt x="878" y="7595"/>
                </a:lnTo>
                <a:cubicBezTo>
                  <a:pt x="-6520" y="84025"/>
                  <a:pt x="33831" y="127304"/>
                  <a:pt x="85594" y="131308"/>
                </a:cubicBezTo>
                <a:cubicBezTo>
                  <a:pt x="98535" y="132309"/>
                  <a:pt x="111115" y="130004"/>
                  <a:pt x="122784" y="124978"/>
                </a:cubicBezTo>
                <a:close/>
              </a:path>
            </a:pathLst>
          </a:custGeom>
          <a:solidFill xmlns:a="http://schemas.openxmlformats.org/drawingml/2006/main">
            <a:schemeClr val="tx2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Freeform: Shape 14">
            <a:extLst xmlns:a="http://schemas.openxmlformats.org/drawingml/2006/main">
              <a:ext uri="{FF2B5EF4-FFF2-40B4-BE49-F238E27FC236}">
                <a16:creationId xmlns:a16="http://schemas.microsoft.com/office/drawing/2014/main" id="{BEC46EC4-2B0E-5879-B411-B4F8D2E9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23370" y="3946362"/>
            <a:ext cx="158072" cy="56499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Freeform: Shape 15">
            <a:extLst xmlns:a="http://schemas.openxmlformats.org/drawingml/2006/main">
              <a:ext uri="{FF2B5EF4-FFF2-40B4-BE49-F238E27FC236}">
                <a16:creationId xmlns:a16="http://schemas.microsoft.com/office/drawing/2014/main" id="{6FCB03E4-9321-8D47-B318-B69F725D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40525" y="3942564"/>
            <a:ext cx="158072" cy="56499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5" name="Freeform: Shape 16">
            <a:extLst xmlns:a="http://schemas.openxmlformats.org/drawingml/2006/main">
              <a:ext uri="{FF2B5EF4-FFF2-40B4-BE49-F238E27FC236}">
                <a16:creationId xmlns:a16="http://schemas.microsoft.com/office/drawing/2014/main" id="{9D7FFB4D-13C1-D8E7-7BAD-68F2A25A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10179" y="4051000"/>
            <a:ext cx="688256" cy="198172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chemeClr val="tx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C51B10-4D77-D9D0-CD2B-70B8C7E065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9660" y="549041"/>
            <a:ext cx="9893999" cy="10773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55B508C-3D3C-3A04-3528-4893259B045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99660" y="1946581"/>
            <a:ext cx="4421459" cy="424423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DAA02F6-BD05-ADB1-BA48-248F41B6F5F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946581"/>
            <a:ext cx="4421459" cy="424423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E948D4F-0D0A-8BB9-4F56-107A52F281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E769124-FC98-B1DD-3B04-F87993383C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3FF5D1E-4005-A355-6CD3-9DD91ADA60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ED0FE0F-B048-7F4F-1EF2-91CD224D93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3674" y="365126"/>
            <a:ext cx="10515600" cy="126129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155D06-C2C8-1830-D789-879E3F3908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3674" y="1626420"/>
            <a:ext cx="4434163" cy="599878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0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CE6BF6-D801-9236-6425-501DB8AD6A1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83675" y="2293205"/>
            <a:ext cx="4412432" cy="398493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4149CA7-B860-B244-7675-4472B019AA7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1" y="1626420"/>
            <a:ext cx="4434164" cy="599878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0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259BFE2-FAC6-C58C-6C76-208F5F020DC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293205"/>
            <a:ext cx="4434163" cy="398493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175141C-6BF3-1939-A42E-8C52BA9DC2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19760F-E677-41B9-FDC2-34B300618B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16A3921-47E3-6FAB-EAC8-284F4F13C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ADE98D-235D-1189-9ABF-73D501777C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9660" y="549041"/>
            <a:ext cx="10515600" cy="1145944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A9964A8-457E-C600-441D-D76D1DC741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F76DB80-064D-3114-7184-B6513973DE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0E6256D-F7BE-F14B-43BB-AFE5705E83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008E978-EAE3-36FC-5692-1AE269E38B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7FDD81-38B0-7352-1845-D6883BD6D8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7443987-08C8-F21D-C066-4F2D226DE3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type="obj" preserve="1">
  <p:cSld name="Conclusion">
    <p:bg>
      <p:bgPr>
        <a:solidFill xmlns:a="http://schemas.openxmlformats.org/drawingml/2006/main">
          <a:schemeClr val="accent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Freeform: Shape 18">
            <a:extLst xmlns:a="http://schemas.openxmlformats.org/drawingml/2006/main">
              <a:ext uri="{FF2B5EF4-FFF2-40B4-BE49-F238E27FC236}">
                <a16:creationId xmlns:a16="http://schemas.microsoft.com/office/drawing/2014/main" id="{18FA0D4B-A035-10C6-FE43-49AA8581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0" flipV="0">
            <a:off x="8788418" y="3746728"/>
            <a:ext cx="2178471" cy="1062936"/>
          </a:xfrm>
          <a:custGeom xmlns:a="http://schemas.openxmlformats.org/drawingml/2006/main"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98181"/>
              <a:gd name="connsiteY0" fmla="*/ 0 h 3022995"/>
              <a:gd name="connsiteX1" fmla="*/ 4692404 w 4798181"/>
              <a:gd name="connsiteY1" fmla="*/ 3339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10956"/>
              <a:gd name="connsiteY0" fmla="*/ 0 h 3022995"/>
              <a:gd name="connsiteX1" fmla="*/ 4692404 w 4710956"/>
              <a:gd name="connsiteY1" fmla="*/ 3339 h 3022995"/>
              <a:gd name="connsiteX2" fmla="*/ 4684257 w 4710956"/>
              <a:gd name="connsiteY2" fmla="*/ 996698 h 3022995"/>
              <a:gd name="connsiteX3" fmla="*/ 4499705 w 4710956"/>
              <a:gd name="connsiteY3" fmla="*/ 2052119 h 3022995"/>
              <a:gd name="connsiteX4" fmla="*/ 3835975 w 4710956"/>
              <a:gd name="connsiteY4" fmla="*/ 2740497 h 3022995"/>
              <a:gd name="connsiteX5" fmla="*/ 1162762 w 4710956"/>
              <a:gd name="connsiteY5" fmla="*/ 2876156 h 3022995"/>
              <a:gd name="connsiteX6" fmla="*/ 21225 w 4710956"/>
              <a:gd name="connsiteY6" fmla="*/ 626012 h 3022995"/>
              <a:gd name="connsiteX7" fmla="*/ 30413 w 4710956"/>
              <a:gd name="connsiteY7" fmla="*/ 0 h 3022995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1225 w 4710956"/>
              <a:gd name="connsiteY6" fmla="*/ 626012 h 3107876"/>
              <a:gd name="connsiteX7" fmla="*/ 30413 w 4710956"/>
              <a:gd name="connsiteY7" fmla="*/ 0 h 3107876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90487 w 4710956"/>
              <a:gd name="connsiteY6" fmla="*/ 2027706 h 3107876"/>
              <a:gd name="connsiteX7" fmla="*/ 21225 w 4710956"/>
              <a:gd name="connsiteY7" fmla="*/ 626012 h 3107876"/>
              <a:gd name="connsiteX8" fmla="*/ 30413 w 4710956"/>
              <a:gd name="connsiteY8" fmla="*/ 0 h 3107876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16752 w 4697295"/>
              <a:gd name="connsiteY0" fmla="*/ 0 h 3084308"/>
              <a:gd name="connsiteX1" fmla="*/ 4678743 w 4697295"/>
              <a:gd name="connsiteY1" fmla="*/ 3339 h 3084308"/>
              <a:gd name="connsiteX2" fmla="*/ 4670596 w 4697295"/>
              <a:gd name="connsiteY2" fmla="*/ 996698 h 3084308"/>
              <a:gd name="connsiteX3" fmla="*/ 4486044 w 4697295"/>
              <a:gd name="connsiteY3" fmla="*/ 2052119 h 3084308"/>
              <a:gd name="connsiteX4" fmla="*/ 3291825 w 4697295"/>
              <a:gd name="connsiteY4" fmla="*/ 2977913 h 3084308"/>
              <a:gd name="connsiteX5" fmla="*/ 1183888 w 4697295"/>
              <a:gd name="connsiteY5" fmla="*/ 2823397 h 3084308"/>
              <a:gd name="connsiteX6" fmla="*/ 276826 w 4697295"/>
              <a:gd name="connsiteY6" fmla="*/ 2027706 h 3084308"/>
              <a:gd name="connsiteX7" fmla="*/ 42350 w 4697295"/>
              <a:gd name="connsiteY7" fmla="*/ 698556 h 3084308"/>
              <a:gd name="connsiteX8" fmla="*/ 16752 w 4697295"/>
              <a:gd name="connsiteY8" fmla="*/ 0 h 3084308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42350 w 4697295"/>
              <a:gd name="connsiteY6" fmla="*/ 698556 h 3067327"/>
              <a:gd name="connsiteX7" fmla="*/ 16752 w 4697295"/>
              <a:gd name="connsiteY7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3291825 w 4697295"/>
              <a:gd name="connsiteY3" fmla="*/ 2977913 h 3067327"/>
              <a:gd name="connsiteX4" fmla="*/ 1183888 w 4697295"/>
              <a:gd name="connsiteY4" fmla="*/ 2823397 h 3067327"/>
              <a:gd name="connsiteX5" fmla="*/ 42350 w 4697295"/>
              <a:gd name="connsiteY5" fmla="*/ 698556 h 3067327"/>
              <a:gd name="connsiteX6" fmla="*/ 16752 w 4697295"/>
              <a:gd name="connsiteY6" fmla="*/ 0 h 3067327"/>
              <a:gd name="connsiteX0" fmla="*/ 5293 w 4685836"/>
              <a:gd name="connsiteY0" fmla="*/ 0 h 3067327"/>
              <a:gd name="connsiteX1" fmla="*/ 4667284 w 4685836"/>
              <a:gd name="connsiteY1" fmla="*/ 3339 h 3067327"/>
              <a:gd name="connsiteX2" fmla="*/ 4659137 w 4685836"/>
              <a:gd name="connsiteY2" fmla="*/ 996698 h 3067327"/>
              <a:gd name="connsiteX3" fmla="*/ 3280366 w 4685836"/>
              <a:gd name="connsiteY3" fmla="*/ 2977913 h 3067327"/>
              <a:gd name="connsiteX4" fmla="*/ 1172429 w 4685836"/>
              <a:gd name="connsiteY4" fmla="*/ 2823397 h 3067327"/>
              <a:gd name="connsiteX5" fmla="*/ 167010 w 4685836"/>
              <a:gd name="connsiteY5" fmla="*/ 939931 h 3067327"/>
              <a:gd name="connsiteX6" fmla="*/ 5293 w 4685836"/>
              <a:gd name="connsiteY6" fmla="*/ 0 h 3067327"/>
              <a:gd name="connsiteX0" fmla="*/ 5293 w 4675425"/>
              <a:gd name="connsiteY0" fmla="*/ 0 h 3067327"/>
              <a:gd name="connsiteX1" fmla="*/ 4667284 w 4675425"/>
              <a:gd name="connsiteY1" fmla="*/ 3339 h 3067327"/>
              <a:gd name="connsiteX2" fmla="*/ 4504867 w 4675425"/>
              <a:gd name="connsiteY2" fmla="*/ 1441337 h 3067327"/>
              <a:gd name="connsiteX3" fmla="*/ 3280366 w 4675425"/>
              <a:gd name="connsiteY3" fmla="*/ 2977913 h 3067327"/>
              <a:gd name="connsiteX4" fmla="*/ 1172429 w 4675425"/>
              <a:gd name="connsiteY4" fmla="*/ 2823397 h 3067327"/>
              <a:gd name="connsiteX5" fmla="*/ 167010 w 4675425"/>
              <a:gd name="connsiteY5" fmla="*/ 939931 h 3067327"/>
              <a:gd name="connsiteX6" fmla="*/ 5293 w 4675425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130670"/>
              <a:gd name="connsiteX1" fmla="*/ 4667284 w 4686087"/>
              <a:gd name="connsiteY1" fmla="*/ 3339 h 3130670"/>
              <a:gd name="connsiteX2" fmla="*/ 4504867 w 4686087"/>
              <a:gd name="connsiteY2" fmla="*/ 1441337 h 3130670"/>
              <a:gd name="connsiteX3" fmla="*/ 3153322 w 4686087"/>
              <a:gd name="connsiteY3" fmla="*/ 3066840 h 3130670"/>
              <a:gd name="connsiteX4" fmla="*/ 1172429 w 4686087"/>
              <a:gd name="connsiteY4" fmla="*/ 2823397 h 3130670"/>
              <a:gd name="connsiteX5" fmla="*/ 167010 w 4686087"/>
              <a:gd name="connsiteY5" fmla="*/ 939931 h 3130670"/>
              <a:gd name="connsiteX6" fmla="*/ 5293 w 4686087"/>
              <a:gd name="connsiteY6" fmla="*/ 0 h 3130670"/>
              <a:gd name="connsiteX0" fmla="*/ 5293 w 4686087"/>
              <a:gd name="connsiteY0" fmla="*/ 66646 h 3197316"/>
              <a:gd name="connsiteX1" fmla="*/ 4667284 w 4686087"/>
              <a:gd name="connsiteY1" fmla="*/ 69985 h 3197316"/>
              <a:gd name="connsiteX2" fmla="*/ 4504867 w 4686087"/>
              <a:gd name="connsiteY2" fmla="*/ 1507983 h 3197316"/>
              <a:gd name="connsiteX3" fmla="*/ 3153322 w 4686087"/>
              <a:gd name="connsiteY3" fmla="*/ 3133486 h 3197316"/>
              <a:gd name="connsiteX4" fmla="*/ 1172429 w 4686087"/>
              <a:gd name="connsiteY4" fmla="*/ 2890043 h 3197316"/>
              <a:gd name="connsiteX5" fmla="*/ 167010 w 4686087"/>
              <a:gd name="connsiteY5" fmla="*/ 1006577 h 3197316"/>
              <a:gd name="connsiteX6" fmla="*/ 5293 w 4686087"/>
              <a:gd name="connsiteY6" fmla="*/ 66646 h 3197316"/>
              <a:gd name="connsiteX0" fmla="*/ 0 w 4680794"/>
              <a:gd name="connsiteY0" fmla="*/ 66648 h 3197318"/>
              <a:gd name="connsiteX1" fmla="*/ 4661991 w 4680794"/>
              <a:gd name="connsiteY1" fmla="*/ 69987 h 3197318"/>
              <a:gd name="connsiteX2" fmla="*/ 4499574 w 4680794"/>
              <a:gd name="connsiteY2" fmla="*/ 1507985 h 3197318"/>
              <a:gd name="connsiteX3" fmla="*/ 3148029 w 4680794"/>
              <a:gd name="connsiteY3" fmla="*/ 3133488 h 3197318"/>
              <a:gd name="connsiteX4" fmla="*/ 1167136 w 4680794"/>
              <a:gd name="connsiteY4" fmla="*/ 2890045 h 3197318"/>
              <a:gd name="connsiteX5" fmla="*/ 161717 w 4680794"/>
              <a:gd name="connsiteY5" fmla="*/ 1006579 h 3197318"/>
              <a:gd name="connsiteX6" fmla="*/ 0 w 4680794"/>
              <a:gd name="connsiteY6" fmla="*/ 66648 h 3197318"/>
            </a:gdLst>
            <a:rect l="l" t="t" r="r" b="b"/>
            <a:pathLst>
              <a:path w="4680794" h="3197318">
                <a:moveTo>
                  <a:pt x="0" y="66648"/>
                </a:moveTo>
                <a:cubicBezTo>
                  <a:pt x="1535847" y="-84686"/>
                  <a:pt x="3107994" y="68874"/>
                  <a:pt x="4661991" y="69987"/>
                </a:cubicBezTo>
                <a:cubicBezTo>
                  <a:pt x="4716788" y="86085"/>
                  <a:pt x="4648578" y="1038473"/>
                  <a:pt x="4499574" y="1507985"/>
                </a:cubicBezTo>
                <a:cubicBezTo>
                  <a:pt x="4268421" y="2156197"/>
                  <a:pt x="3729147" y="2829038"/>
                  <a:pt x="3148029" y="3133488"/>
                </a:cubicBezTo>
                <a:cubicBezTo>
                  <a:pt x="2640710" y="3273286"/>
                  <a:pt x="1746572" y="3179628"/>
                  <a:pt x="1167136" y="2890045"/>
                </a:cubicBezTo>
                <a:cubicBezTo>
                  <a:pt x="625557" y="2510152"/>
                  <a:pt x="356240" y="1477145"/>
                  <a:pt x="161717" y="1006579"/>
                </a:cubicBezTo>
                <a:cubicBezTo>
                  <a:pt x="130392" y="735572"/>
                  <a:pt x="17519" y="584911"/>
                  <a:pt x="0" y="66648"/>
                </a:cubicBezTo>
                <a:close/>
              </a:path>
            </a:pathLst>
          </a:custGeom>
          <a:solidFill xmlns:a="http://schemas.openxmlformats.org/drawingml/2006/main">
            <a:schemeClr val="accent5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20" name="Freeform: Shape 19">
            <a:extLst xmlns:a="http://schemas.openxmlformats.org/drawingml/2006/main">
              <a:ext uri="{FF2B5EF4-FFF2-40B4-BE49-F238E27FC236}">
                <a16:creationId xmlns:a16="http://schemas.microsoft.com/office/drawing/2014/main" id="{FC0FF313-337C-7421-9ED4-F3C36271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 flipV="0">
            <a:off x="8787028" y="4754699"/>
            <a:ext cx="2188889" cy="1044452"/>
          </a:xfrm>
          <a:custGeom xmlns:a="http://schemas.openxmlformats.org/drawingml/2006/main"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98181"/>
              <a:gd name="connsiteY0" fmla="*/ 0 h 3022995"/>
              <a:gd name="connsiteX1" fmla="*/ 4692404 w 4798181"/>
              <a:gd name="connsiteY1" fmla="*/ 3339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10956"/>
              <a:gd name="connsiteY0" fmla="*/ 0 h 3022995"/>
              <a:gd name="connsiteX1" fmla="*/ 4692404 w 4710956"/>
              <a:gd name="connsiteY1" fmla="*/ 3339 h 3022995"/>
              <a:gd name="connsiteX2" fmla="*/ 4684257 w 4710956"/>
              <a:gd name="connsiteY2" fmla="*/ 996698 h 3022995"/>
              <a:gd name="connsiteX3" fmla="*/ 4499705 w 4710956"/>
              <a:gd name="connsiteY3" fmla="*/ 2052119 h 3022995"/>
              <a:gd name="connsiteX4" fmla="*/ 3835975 w 4710956"/>
              <a:gd name="connsiteY4" fmla="*/ 2740497 h 3022995"/>
              <a:gd name="connsiteX5" fmla="*/ 1162762 w 4710956"/>
              <a:gd name="connsiteY5" fmla="*/ 2876156 h 3022995"/>
              <a:gd name="connsiteX6" fmla="*/ 21225 w 4710956"/>
              <a:gd name="connsiteY6" fmla="*/ 626012 h 3022995"/>
              <a:gd name="connsiteX7" fmla="*/ 30413 w 4710956"/>
              <a:gd name="connsiteY7" fmla="*/ 0 h 3022995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1225 w 4710956"/>
              <a:gd name="connsiteY6" fmla="*/ 626012 h 3107876"/>
              <a:gd name="connsiteX7" fmla="*/ 30413 w 4710956"/>
              <a:gd name="connsiteY7" fmla="*/ 0 h 3107876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90487 w 4710956"/>
              <a:gd name="connsiteY6" fmla="*/ 2027706 h 3107876"/>
              <a:gd name="connsiteX7" fmla="*/ 21225 w 4710956"/>
              <a:gd name="connsiteY7" fmla="*/ 626012 h 3107876"/>
              <a:gd name="connsiteX8" fmla="*/ 30413 w 4710956"/>
              <a:gd name="connsiteY8" fmla="*/ 0 h 3107876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16752 w 4697295"/>
              <a:gd name="connsiteY0" fmla="*/ 0 h 3084308"/>
              <a:gd name="connsiteX1" fmla="*/ 4678743 w 4697295"/>
              <a:gd name="connsiteY1" fmla="*/ 3339 h 3084308"/>
              <a:gd name="connsiteX2" fmla="*/ 4670596 w 4697295"/>
              <a:gd name="connsiteY2" fmla="*/ 996698 h 3084308"/>
              <a:gd name="connsiteX3" fmla="*/ 4486044 w 4697295"/>
              <a:gd name="connsiteY3" fmla="*/ 2052119 h 3084308"/>
              <a:gd name="connsiteX4" fmla="*/ 3291825 w 4697295"/>
              <a:gd name="connsiteY4" fmla="*/ 2977913 h 3084308"/>
              <a:gd name="connsiteX5" fmla="*/ 1183888 w 4697295"/>
              <a:gd name="connsiteY5" fmla="*/ 2823397 h 3084308"/>
              <a:gd name="connsiteX6" fmla="*/ 276826 w 4697295"/>
              <a:gd name="connsiteY6" fmla="*/ 2027706 h 3084308"/>
              <a:gd name="connsiteX7" fmla="*/ 42350 w 4697295"/>
              <a:gd name="connsiteY7" fmla="*/ 698556 h 3084308"/>
              <a:gd name="connsiteX8" fmla="*/ 16752 w 4697295"/>
              <a:gd name="connsiteY8" fmla="*/ 0 h 3084308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42350 w 4697295"/>
              <a:gd name="connsiteY6" fmla="*/ 698556 h 3067327"/>
              <a:gd name="connsiteX7" fmla="*/ 16752 w 4697295"/>
              <a:gd name="connsiteY7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3291825 w 4697295"/>
              <a:gd name="connsiteY3" fmla="*/ 2977913 h 3067327"/>
              <a:gd name="connsiteX4" fmla="*/ 1183888 w 4697295"/>
              <a:gd name="connsiteY4" fmla="*/ 2823397 h 3067327"/>
              <a:gd name="connsiteX5" fmla="*/ 42350 w 4697295"/>
              <a:gd name="connsiteY5" fmla="*/ 698556 h 3067327"/>
              <a:gd name="connsiteX6" fmla="*/ 16752 w 4697295"/>
              <a:gd name="connsiteY6" fmla="*/ 0 h 3067327"/>
              <a:gd name="connsiteX0" fmla="*/ 5293 w 4685836"/>
              <a:gd name="connsiteY0" fmla="*/ 0 h 3067327"/>
              <a:gd name="connsiteX1" fmla="*/ 4667284 w 4685836"/>
              <a:gd name="connsiteY1" fmla="*/ 3339 h 3067327"/>
              <a:gd name="connsiteX2" fmla="*/ 4659137 w 4685836"/>
              <a:gd name="connsiteY2" fmla="*/ 996698 h 3067327"/>
              <a:gd name="connsiteX3" fmla="*/ 3280366 w 4685836"/>
              <a:gd name="connsiteY3" fmla="*/ 2977913 h 3067327"/>
              <a:gd name="connsiteX4" fmla="*/ 1172429 w 4685836"/>
              <a:gd name="connsiteY4" fmla="*/ 2823397 h 3067327"/>
              <a:gd name="connsiteX5" fmla="*/ 167010 w 4685836"/>
              <a:gd name="connsiteY5" fmla="*/ 939931 h 3067327"/>
              <a:gd name="connsiteX6" fmla="*/ 5293 w 4685836"/>
              <a:gd name="connsiteY6" fmla="*/ 0 h 3067327"/>
              <a:gd name="connsiteX0" fmla="*/ 5293 w 4675425"/>
              <a:gd name="connsiteY0" fmla="*/ 0 h 3067327"/>
              <a:gd name="connsiteX1" fmla="*/ 4667284 w 4675425"/>
              <a:gd name="connsiteY1" fmla="*/ 3339 h 3067327"/>
              <a:gd name="connsiteX2" fmla="*/ 4504867 w 4675425"/>
              <a:gd name="connsiteY2" fmla="*/ 1441337 h 3067327"/>
              <a:gd name="connsiteX3" fmla="*/ 3280366 w 4675425"/>
              <a:gd name="connsiteY3" fmla="*/ 2977913 h 3067327"/>
              <a:gd name="connsiteX4" fmla="*/ 1172429 w 4675425"/>
              <a:gd name="connsiteY4" fmla="*/ 2823397 h 3067327"/>
              <a:gd name="connsiteX5" fmla="*/ 167010 w 4675425"/>
              <a:gd name="connsiteY5" fmla="*/ 939931 h 3067327"/>
              <a:gd name="connsiteX6" fmla="*/ 5293 w 4675425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130670"/>
              <a:gd name="connsiteX1" fmla="*/ 4667284 w 4686087"/>
              <a:gd name="connsiteY1" fmla="*/ 3339 h 3130670"/>
              <a:gd name="connsiteX2" fmla="*/ 4504867 w 4686087"/>
              <a:gd name="connsiteY2" fmla="*/ 1441337 h 3130670"/>
              <a:gd name="connsiteX3" fmla="*/ 3153322 w 4686087"/>
              <a:gd name="connsiteY3" fmla="*/ 3066840 h 3130670"/>
              <a:gd name="connsiteX4" fmla="*/ 1172429 w 4686087"/>
              <a:gd name="connsiteY4" fmla="*/ 2823397 h 3130670"/>
              <a:gd name="connsiteX5" fmla="*/ 167010 w 4686087"/>
              <a:gd name="connsiteY5" fmla="*/ 939931 h 3130670"/>
              <a:gd name="connsiteX6" fmla="*/ 5293 w 4686087"/>
              <a:gd name="connsiteY6" fmla="*/ 0 h 3130670"/>
              <a:gd name="connsiteX0" fmla="*/ 5293 w 4702015"/>
              <a:gd name="connsiteY0" fmla="*/ 0 h 3130670"/>
              <a:gd name="connsiteX1" fmla="*/ 4685434 w 4702015"/>
              <a:gd name="connsiteY1" fmla="*/ 66859 h 3130670"/>
              <a:gd name="connsiteX2" fmla="*/ 4504867 w 4702015"/>
              <a:gd name="connsiteY2" fmla="*/ 1441337 h 3130670"/>
              <a:gd name="connsiteX3" fmla="*/ 3153322 w 4702015"/>
              <a:gd name="connsiteY3" fmla="*/ 3066840 h 3130670"/>
              <a:gd name="connsiteX4" fmla="*/ 1172429 w 4702015"/>
              <a:gd name="connsiteY4" fmla="*/ 2823397 h 3130670"/>
              <a:gd name="connsiteX5" fmla="*/ 167010 w 4702015"/>
              <a:gd name="connsiteY5" fmla="*/ 939931 h 3130670"/>
              <a:gd name="connsiteX6" fmla="*/ 5293 w 4702015"/>
              <a:gd name="connsiteY6" fmla="*/ 0 h 3130670"/>
              <a:gd name="connsiteX0" fmla="*/ 5293 w 4702014"/>
              <a:gd name="connsiteY0" fmla="*/ 11051 h 3141721"/>
              <a:gd name="connsiteX1" fmla="*/ 4685434 w 4702014"/>
              <a:gd name="connsiteY1" fmla="*/ 77910 h 3141721"/>
              <a:gd name="connsiteX2" fmla="*/ 4504867 w 4702014"/>
              <a:gd name="connsiteY2" fmla="*/ 1452388 h 3141721"/>
              <a:gd name="connsiteX3" fmla="*/ 3153322 w 4702014"/>
              <a:gd name="connsiteY3" fmla="*/ 3077891 h 3141721"/>
              <a:gd name="connsiteX4" fmla="*/ 1172429 w 4702014"/>
              <a:gd name="connsiteY4" fmla="*/ 2834448 h 3141721"/>
              <a:gd name="connsiteX5" fmla="*/ 167010 w 4702014"/>
              <a:gd name="connsiteY5" fmla="*/ 950982 h 3141721"/>
              <a:gd name="connsiteX6" fmla="*/ 5293 w 4702014"/>
              <a:gd name="connsiteY6" fmla="*/ 11051 h 3141721"/>
              <a:gd name="connsiteX0" fmla="*/ 6458 w 4703179"/>
              <a:gd name="connsiteY0" fmla="*/ 11051 h 3141721"/>
              <a:gd name="connsiteX1" fmla="*/ 4686599 w 4703179"/>
              <a:gd name="connsiteY1" fmla="*/ 77910 h 3141721"/>
              <a:gd name="connsiteX2" fmla="*/ 4506032 w 4703179"/>
              <a:gd name="connsiteY2" fmla="*/ 1452388 h 3141721"/>
              <a:gd name="connsiteX3" fmla="*/ 3154487 w 4703179"/>
              <a:gd name="connsiteY3" fmla="*/ 3077891 h 3141721"/>
              <a:gd name="connsiteX4" fmla="*/ 1173594 w 4703179"/>
              <a:gd name="connsiteY4" fmla="*/ 2834448 h 3141721"/>
              <a:gd name="connsiteX5" fmla="*/ 168175 w 4703179"/>
              <a:gd name="connsiteY5" fmla="*/ 950982 h 3141721"/>
              <a:gd name="connsiteX6" fmla="*/ 6458 w 4703179"/>
              <a:gd name="connsiteY6" fmla="*/ 11051 h 3141721"/>
              <a:gd name="connsiteX0" fmla="*/ 6458 w 4703179"/>
              <a:gd name="connsiteY0" fmla="*/ 11051 h 3141721"/>
              <a:gd name="connsiteX1" fmla="*/ 4686599 w 4703179"/>
              <a:gd name="connsiteY1" fmla="*/ 77910 h 3141721"/>
              <a:gd name="connsiteX2" fmla="*/ 4506032 w 4703179"/>
              <a:gd name="connsiteY2" fmla="*/ 1452388 h 3141721"/>
              <a:gd name="connsiteX3" fmla="*/ 3154487 w 4703179"/>
              <a:gd name="connsiteY3" fmla="*/ 3077891 h 3141721"/>
              <a:gd name="connsiteX4" fmla="*/ 1173594 w 4703179"/>
              <a:gd name="connsiteY4" fmla="*/ 2834448 h 3141721"/>
              <a:gd name="connsiteX5" fmla="*/ 168175 w 4703179"/>
              <a:gd name="connsiteY5" fmla="*/ 950982 h 3141721"/>
              <a:gd name="connsiteX6" fmla="*/ 6458 w 4703179"/>
              <a:gd name="connsiteY6" fmla="*/ 11051 h 3141721"/>
            </a:gdLst>
            <a:rect l="l" t="t" r="r" b="b"/>
            <a:pathLst>
              <a:path w="4703179" h="3141721">
                <a:moveTo>
                  <a:pt x="6458" y="11051"/>
                </a:moveTo>
                <a:cubicBezTo>
                  <a:pt x="1385014" y="-30184"/>
                  <a:pt x="3126552" y="55624"/>
                  <a:pt x="4686599" y="77910"/>
                </a:cubicBezTo>
                <a:cubicBezTo>
                  <a:pt x="4741396" y="94008"/>
                  <a:pt x="4655036" y="982876"/>
                  <a:pt x="4506032" y="1452388"/>
                </a:cubicBezTo>
                <a:cubicBezTo>
                  <a:pt x="4274879" y="2100600"/>
                  <a:pt x="3735605" y="2773441"/>
                  <a:pt x="3154487" y="3077891"/>
                </a:cubicBezTo>
                <a:cubicBezTo>
                  <a:pt x="2647168" y="3217689"/>
                  <a:pt x="1753030" y="3124031"/>
                  <a:pt x="1173594" y="2834448"/>
                </a:cubicBezTo>
                <a:cubicBezTo>
                  <a:pt x="632015" y="2454555"/>
                  <a:pt x="368736" y="1587166"/>
                  <a:pt x="168175" y="950982"/>
                </a:cubicBezTo>
                <a:cubicBezTo>
                  <a:pt x="100035" y="639999"/>
                  <a:pt x="-30471" y="211715"/>
                  <a:pt x="6458" y="11051"/>
                </a:cubicBezTo>
                <a:close/>
              </a:path>
            </a:pathLst>
          </a:custGeom>
          <a:solidFill xmlns:a="http://schemas.openxmlformats.org/drawingml/2006/main">
            <a:schemeClr val="accent5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8" name="Oval 28">
            <a:extLst xmlns:a="http://schemas.openxmlformats.org/drawingml/2006/main">
              <a:ext uri="{FF2B5EF4-FFF2-40B4-BE49-F238E27FC236}">
                <a16:creationId xmlns:a16="http://schemas.microsoft.com/office/drawing/2014/main" id="{81936825-1175-B4E4-16E4-EB18E872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585563">
            <a:off x="9746009" y="1839456"/>
            <a:ext cx="1689472" cy="1726240"/>
          </a:xfrm>
          <a:custGeom xmlns:a="http://schemas.openxmlformats.org/drawingml/2006/main"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1907 w 3045014"/>
              <a:gd name="connsiteY0" fmla="*/ 1624335 h 3017657"/>
              <a:gd name="connsiteX1" fmla="*/ 453606 w 3045014"/>
              <a:gd name="connsiteY1" fmla="*/ 460440 h 3017657"/>
              <a:gd name="connsiteX2" fmla="*/ 1412722 w 3045014"/>
              <a:gd name="connsiteY2" fmla="*/ 0 h 3017657"/>
              <a:gd name="connsiteX3" fmla="*/ 2551450 w 3045014"/>
              <a:gd name="connsiteY3" fmla="*/ 461827 h 3017657"/>
              <a:gd name="connsiteX4" fmla="*/ 2935457 w 3045014"/>
              <a:gd name="connsiteY4" fmla="*/ 2091694 h 3017657"/>
              <a:gd name="connsiteX5" fmla="*/ 1256935 w 3045014"/>
              <a:gd name="connsiteY5" fmla="*/ 3004830 h 3017657"/>
              <a:gd name="connsiteX6" fmla="*/ 11907 w 3045014"/>
              <a:gd name="connsiteY6" fmla="*/ 1624335 h 3017657"/>
              <a:gd name="connsiteX0" fmla="*/ 14192 w 3047299"/>
              <a:gd name="connsiteY0" fmla="*/ 1624335 h 3017657"/>
              <a:gd name="connsiteX1" fmla="*/ 455891 w 3047299"/>
              <a:gd name="connsiteY1" fmla="*/ 460440 h 3017657"/>
              <a:gd name="connsiteX2" fmla="*/ 1415007 w 3047299"/>
              <a:gd name="connsiteY2" fmla="*/ 0 h 3017657"/>
              <a:gd name="connsiteX3" fmla="*/ 2553735 w 3047299"/>
              <a:gd name="connsiteY3" fmla="*/ 461827 h 3017657"/>
              <a:gd name="connsiteX4" fmla="*/ 2937742 w 3047299"/>
              <a:gd name="connsiteY4" fmla="*/ 2091694 h 3017657"/>
              <a:gd name="connsiteX5" fmla="*/ 1259220 w 3047299"/>
              <a:gd name="connsiteY5" fmla="*/ 3004830 h 3017657"/>
              <a:gd name="connsiteX6" fmla="*/ 14192 w 3047299"/>
              <a:gd name="connsiteY6" fmla="*/ 1624335 h 3017657"/>
              <a:gd name="connsiteX0" fmla="*/ 14192 w 2960523"/>
              <a:gd name="connsiteY0" fmla="*/ 1624335 h 3017246"/>
              <a:gd name="connsiteX1" fmla="*/ 455891 w 2960523"/>
              <a:gd name="connsiteY1" fmla="*/ 460440 h 3017246"/>
              <a:gd name="connsiteX2" fmla="*/ 1415007 w 2960523"/>
              <a:gd name="connsiteY2" fmla="*/ 0 h 3017246"/>
              <a:gd name="connsiteX3" fmla="*/ 2553735 w 2960523"/>
              <a:gd name="connsiteY3" fmla="*/ 461827 h 3017246"/>
              <a:gd name="connsiteX4" fmla="*/ 2837859 w 2960523"/>
              <a:gd name="connsiteY4" fmla="*/ 2086251 h 3017246"/>
              <a:gd name="connsiteX5" fmla="*/ 1259220 w 2960523"/>
              <a:gd name="connsiteY5" fmla="*/ 3004830 h 3017246"/>
              <a:gd name="connsiteX6" fmla="*/ 14192 w 2960523"/>
              <a:gd name="connsiteY6" fmla="*/ 1624335 h 3017246"/>
              <a:gd name="connsiteX0" fmla="*/ 14192 w 2957884"/>
              <a:gd name="connsiteY0" fmla="*/ 1626269 h 3019180"/>
              <a:gd name="connsiteX1" fmla="*/ 455891 w 2957884"/>
              <a:gd name="connsiteY1" fmla="*/ 462374 h 3019180"/>
              <a:gd name="connsiteX2" fmla="*/ 1415007 w 2957884"/>
              <a:gd name="connsiteY2" fmla="*/ 1934 h 3019180"/>
              <a:gd name="connsiteX3" fmla="*/ 2539531 w 2957884"/>
              <a:gd name="connsiteY3" fmla="*/ 618605 h 3019180"/>
              <a:gd name="connsiteX4" fmla="*/ 2837859 w 2957884"/>
              <a:gd name="connsiteY4" fmla="*/ 2088185 h 3019180"/>
              <a:gd name="connsiteX5" fmla="*/ 1259220 w 2957884"/>
              <a:gd name="connsiteY5" fmla="*/ 3006764 h 3019180"/>
              <a:gd name="connsiteX6" fmla="*/ 14192 w 2957884"/>
              <a:gd name="connsiteY6" fmla="*/ 1626269 h 3019180"/>
              <a:gd name="connsiteX0" fmla="*/ 13945 w 2955938"/>
              <a:gd name="connsiteY0" fmla="*/ 1591183 h 2984094"/>
              <a:gd name="connsiteX1" fmla="*/ 455644 w 2955938"/>
              <a:gd name="connsiteY1" fmla="*/ 427288 h 2984094"/>
              <a:gd name="connsiteX2" fmla="*/ 1478416 w 2955938"/>
              <a:gd name="connsiteY2" fmla="*/ 2429 h 2984094"/>
              <a:gd name="connsiteX3" fmla="*/ 2539284 w 2955938"/>
              <a:gd name="connsiteY3" fmla="*/ 583519 h 2984094"/>
              <a:gd name="connsiteX4" fmla="*/ 2837612 w 2955938"/>
              <a:gd name="connsiteY4" fmla="*/ 2053099 h 2984094"/>
              <a:gd name="connsiteX5" fmla="*/ 1258973 w 2955938"/>
              <a:gd name="connsiteY5" fmla="*/ 2971678 h 2984094"/>
              <a:gd name="connsiteX6" fmla="*/ 13945 w 2955938"/>
              <a:gd name="connsiteY6" fmla="*/ 1591183 h 2984094"/>
              <a:gd name="connsiteX0" fmla="*/ 14815 w 2932012"/>
              <a:gd name="connsiteY0" fmla="*/ 1604636 h 2983550"/>
              <a:gd name="connsiteX1" fmla="*/ 431718 w 2932012"/>
              <a:gd name="connsiteY1" fmla="*/ 427313 h 2983550"/>
              <a:gd name="connsiteX2" fmla="*/ 1454490 w 2932012"/>
              <a:gd name="connsiteY2" fmla="*/ 2454 h 2983550"/>
              <a:gd name="connsiteX3" fmla="*/ 2515358 w 2932012"/>
              <a:gd name="connsiteY3" fmla="*/ 583544 h 2983550"/>
              <a:gd name="connsiteX4" fmla="*/ 2813686 w 2932012"/>
              <a:gd name="connsiteY4" fmla="*/ 2053124 h 2983550"/>
              <a:gd name="connsiteX5" fmla="*/ 1235047 w 2932012"/>
              <a:gd name="connsiteY5" fmla="*/ 2971703 h 2983550"/>
              <a:gd name="connsiteX6" fmla="*/ 14815 w 2932012"/>
              <a:gd name="connsiteY6" fmla="*/ 1604636 h 2983550"/>
              <a:gd name="connsiteX0" fmla="*/ 16628 w 2890261"/>
              <a:gd name="connsiteY0" fmla="*/ 1616089 h 2983092"/>
              <a:gd name="connsiteX1" fmla="*/ 389967 w 2890261"/>
              <a:gd name="connsiteY1" fmla="*/ 427335 h 2983092"/>
              <a:gd name="connsiteX2" fmla="*/ 1412739 w 2890261"/>
              <a:gd name="connsiteY2" fmla="*/ 2476 h 2983092"/>
              <a:gd name="connsiteX3" fmla="*/ 2473607 w 2890261"/>
              <a:gd name="connsiteY3" fmla="*/ 583566 h 2983092"/>
              <a:gd name="connsiteX4" fmla="*/ 2771935 w 2890261"/>
              <a:gd name="connsiteY4" fmla="*/ 2053146 h 2983092"/>
              <a:gd name="connsiteX5" fmla="*/ 1193296 w 2890261"/>
              <a:gd name="connsiteY5" fmla="*/ 2971725 h 2983092"/>
              <a:gd name="connsiteX6" fmla="*/ 16628 w 2890261"/>
              <a:gd name="connsiteY6" fmla="*/ 1616089 h 2983092"/>
              <a:gd name="connsiteX0" fmla="*/ 28885 w 2902518"/>
              <a:gd name="connsiteY0" fmla="*/ 1614467 h 2981472"/>
              <a:gd name="connsiteX1" fmla="*/ 449105 w 2902518"/>
              <a:gd name="connsiteY1" fmla="*/ 482063 h 2981472"/>
              <a:gd name="connsiteX2" fmla="*/ 1424996 w 2902518"/>
              <a:gd name="connsiteY2" fmla="*/ 854 h 2981472"/>
              <a:gd name="connsiteX3" fmla="*/ 2485864 w 2902518"/>
              <a:gd name="connsiteY3" fmla="*/ 581944 h 2981472"/>
              <a:gd name="connsiteX4" fmla="*/ 2784192 w 2902518"/>
              <a:gd name="connsiteY4" fmla="*/ 2051524 h 2981472"/>
              <a:gd name="connsiteX5" fmla="*/ 1205553 w 2902518"/>
              <a:gd name="connsiteY5" fmla="*/ 2970103 h 2981472"/>
              <a:gd name="connsiteX6" fmla="*/ 28885 w 2902518"/>
              <a:gd name="connsiteY6" fmla="*/ 1614467 h 2981472"/>
              <a:gd name="connsiteX0" fmla="*/ 29067 w 2902700"/>
              <a:gd name="connsiteY0" fmla="*/ 1614467 h 2981470"/>
              <a:gd name="connsiteX1" fmla="*/ 449287 w 2902700"/>
              <a:gd name="connsiteY1" fmla="*/ 482063 h 2981470"/>
              <a:gd name="connsiteX2" fmla="*/ 1425178 w 2902700"/>
              <a:gd name="connsiteY2" fmla="*/ 854 h 2981470"/>
              <a:gd name="connsiteX3" fmla="*/ 2486046 w 2902700"/>
              <a:gd name="connsiteY3" fmla="*/ 581944 h 2981470"/>
              <a:gd name="connsiteX4" fmla="*/ 2784374 w 2902700"/>
              <a:gd name="connsiteY4" fmla="*/ 2051524 h 2981470"/>
              <a:gd name="connsiteX5" fmla="*/ 1205735 w 2902700"/>
              <a:gd name="connsiteY5" fmla="*/ 2970103 h 2981470"/>
              <a:gd name="connsiteX6" fmla="*/ 29067 w 2902700"/>
              <a:gd name="connsiteY6" fmla="*/ 1614467 h 2981470"/>
              <a:gd name="connsiteX0" fmla="*/ 31759 w 2861927"/>
              <a:gd name="connsiteY0" fmla="*/ 1748662 h 2976424"/>
              <a:gd name="connsiteX1" fmla="*/ 408514 w 2861927"/>
              <a:gd name="connsiteY1" fmla="*/ 482146 h 2976424"/>
              <a:gd name="connsiteX2" fmla="*/ 1384405 w 2861927"/>
              <a:gd name="connsiteY2" fmla="*/ 937 h 2976424"/>
              <a:gd name="connsiteX3" fmla="*/ 2445273 w 2861927"/>
              <a:gd name="connsiteY3" fmla="*/ 582027 h 2976424"/>
              <a:gd name="connsiteX4" fmla="*/ 2743601 w 2861927"/>
              <a:gd name="connsiteY4" fmla="*/ 2051607 h 2976424"/>
              <a:gd name="connsiteX5" fmla="*/ 1164962 w 2861927"/>
              <a:gd name="connsiteY5" fmla="*/ 2970186 h 2976424"/>
              <a:gd name="connsiteX6" fmla="*/ 31759 w 2861927"/>
              <a:gd name="connsiteY6" fmla="*/ 1748662 h 2976424"/>
              <a:gd name="connsiteX0" fmla="*/ 32411 w 2861230"/>
              <a:gd name="connsiteY0" fmla="*/ 1703227 h 2930989"/>
              <a:gd name="connsiteX1" fmla="*/ 409166 w 2861230"/>
              <a:gd name="connsiteY1" fmla="*/ 436711 h 2930989"/>
              <a:gd name="connsiteX2" fmla="*/ 1436640 w 2861230"/>
              <a:gd name="connsiteY2" fmla="*/ 1129 h 2930989"/>
              <a:gd name="connsiteX3" fmla="*/ 2445925 w 2861230"/>
              <a:gd name="connsiteY3" fmla="*/ 536592 h 2930989"/>
              <a:gd name="connsiteX4" fmla="*/ 2744253 w 2861230"/>
              <a:gd name="connsiteY4" fmla="*/ 2006172 h 2930989"/>
              <a:gd name="connsiteX5" fmla="*/ 1165614 w 2861230"/>
              <a:gd name="connsiteY5" fmla="*/ 2924751 h 2930989"/>
              <a:gd name="connsiteX6" fmla="*/ 32411 w 2861230"/>
              <a:gd name="connsiteY6" fmla="*/ 1703227 h 2930989"/>
              <a:gd name="connsiteX0" fmla="*/ 32413 w 2825621"/>
              <a:gd name="connsiteY0" fmla="*/ 1703227 h 2929700"/>
              <a:gd name="connsiteX1" fmla="*/ 409168 w 2825621"/>
              <a:gd name="connsiteY1" fmla="*/ 436711 h 2929700"/>
              <a:gd name="connsiteX2" fmla="*/ 1436642 w 2825621"/>
              <a:gd name="connsiteY2" fmla="*/ 1129 h 2929700"/>
              <a:gd name="connsiteX3" fmla="*/ 2445927 w 2825621"/>
              <a:gd name="connsiteY3" fmla="*/ 536592 h 2929700"/>
              <a:gd name="connsiteX4" fmla="*/ 2702042 w 2825621"/>
              <a:gd name="connsiteY4" fmla="*/ 1979994 h 2929700"/>
              <a:gd name="connsiteX5" fmla="*/ 1165616 w 2825621"/>
              <a:gd name="connsiteY5" fmla="*/ 2924751 h 2929700"/>
              <a:gd name="connsiteX6" fmla="*/ 32413 w 2825621"/>
              <a:gd name="connsiteY6" fmla="*/ 1703227 h 2929700"/>
              <a:gd name="connsiteX0" fmla="*/ 33345 w 2826553"/>
              <a:gd name="connsiteY0" fmla="*/ 1703227 h 2887517"/>
              <a:gd name="connsiteX1" fmla="*/ 410100 w 2826553"/>
              <a:gd name="connsiteY1" fmla="*/ 436711 h 2887517"/>
              <a:gd name="connsiteX2" fmla="*/ 1437574 w 2826553"/>
              <a:gd name="connsiteY2" fmla="*/ 1129 h 2887517"/>
              <a:gd name="connsiteX3" fmla="*/ 2446859 w 2826553"/>
              <a:gd name="connsiteY3" fmla="*/ 536592 h 2887517"/>
              <a:gd name="connsiteX4" fmla="*/ 2702974 w 2826553"/>
              <a:gd name="connsiteY4" fmla="*/ 1979994 h 2887517"/>
              <a:gd name="connsiteX5" fmla="*/ 1185353 w 2826553"/>
              <a:gd name="connsiteY5" fmla="*/ 2881864 h 2887517"/>
              <a:gd name="connsiteX6" fmla="*/ 33345 w 2826553"/>
              <a:gd name="connsiteY6" fmla="*/ 1703227 h 2887517"/>
              <a:gd name="connsiteX0" fmla="*/ 12394 w 2805602"/>
              <a:gd name="connsiteY0" fmla="*/ 1703227 h 2887517"/>
              <a:gd name="connsiteX1" fmla="*/ 389149 w 2805602"/>
              <a:gd name="connsiteY1" fmla="*/ 436711 h 2887517"/>
              <a:gd name="connsiteX2" fmla="*/ 1416623 w 2805602"/>
              <a:gd name="connsiteY2" fmla="*/ 1129 h 2887517"/>
              <a:gd name="connsiteX3" fmla="*/ 2425908 w 2805602"/>
              <a:gd name="connsiteY3" fmla="*/ 536592 h 2887517"/>
              <a:gd name="connsiteX4" fmla="*/ 2682023 w 2805602"/>
              <a:gd name="connsiteY4" fmla="*/ 1979994 h 2887517"/>
              <a:gd name="connsiteX5" fmla="*/ 1164402 w 2805602"/>
              <a:gd name="connsiteY5" fmla="*/ 2881864 h 2887517"/>
              <a:gd name="connsiteX6" fmla="*/ 12394 w 2805602"/>
              <a:gd name="connsiteY6" fmla="*/ 1703227 h 2887517"/>
              <a:gd name="connsiteX0" fmla="*/ 32809 w 2826017"/>
              <a:gd name="connsiteY0" fmla="*/ 1703227 h 2887517"/>
              <a:gd name="connsiteX1" fmla="*/ 409564 w 2826017"/>
              <a:gd name="connsiteY1" fmla="*/ 436711 h 2887517"/>
              <a:gd name="connsiteX2" fmla="*/ 1437038 w 2826017"/>
              <a:gd name="connsiteY2" fmla="*/ 1129 h 2887517"/>
              <a:gd name="connsiteX3" fmla="*/ 2446323 w 2826017"/>
              <a:gd name="connsiteY3" fmla="*/ 536592 h 2887517"/>
              <a:gd name="connsiteX4" fmla="*/ 2702438 w 2826017"/>
              <a:gd name="connsiteY4" fmla="*/ 1979994 h 2887517"/>
              <a:gd name="connsiteX5" fmla="*/ 1184817 w 2826017"/>
              <a:gd name="connsiteY5" fmla="*/ 2881864 h 2887517"/>
              <a:gd name="connsiteX6" fmla="*/ 32809 w 2826017"/>
              <a:gd name="connsiteY6" fmla="*/ 1703227 h 2887517"/>
            </a:gdLst>
            <a:rect l="l" t="t" r="r" b="b"/>
            <a:pathLst>
              <a:path w="2826017" h="2887517">
                <a:moveTo>
                  <a:pt x="32809" y="1703227"/>
                </a:moveTo>
                <a:cubicBezTo>
                  <a:pt x="-94915" y="1117381"/>
                  <a:pt x="175526" y="720394"/>
                  <a:pt x="409564" y="436711"/>
                </a:cubicBezTo>
                <a:cubicBezTo>
                  <a:pt x="643602" y="153028"/>
                  <a:pt x="1097578" y="-15518"/>
                  <a:pt x="1437038" y="1129"/>
                </a:cubicBezTo>
                <a:cubicBezTo>
                  <a:pt x="1776498" y="17776"/>
                  <a:pt x="2235423" y="206781"/>
                  <a:pt x="2446323" y="536592"/>
                </a:cubicBezTo>
                <a:cubicBezTo>
                  <a:pt x="2657223" y="866403"/>
                  <a:pt x="3016718" y="1377564"/>
                  <a:pt x="2702438" y="1979994"/>
                </a:cubicBezTo>
                <a:cubicBezTo>
                  <a:pt x="2259464" y="2697570"/>
                  <a:pt x="1629755" y="2927992"/>
                  <a:pt x="1184817" y="2881864"/>
                </a:cubicBezTo>
                <a:cubicBezTo>
                  <a:pt x="739879" y="2835736"/>
                  <a:pt x="160533" y="2289073"/>
                  <a:pt x="32809" y="1703227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22" name="Freeform: Shape 21">
            <a:extLst xmlns:a="http://schemas.openxmlformats.org/drawingml/2006/main">
              <a:ext uri="{FF2B5EF4-FFF2-40B4-BE49-F238E27FC236}">
                <a16:creationId xmlns:a16="http://schemas.microsoft.com/office/drawing/2014/main" id="{ABBC4481-B604-5FA7-9666-E8395CAA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501542">
            <a:off x="8965047" y="5760735"/>
            <a:ext cx="2447828" cy="1139851"/>
          </a:xfrm>
          <a:custGeom xmlns:a="http://schemas.openxmlformats.org/drawingml/2006/main">
            <a:gdLst>
              <a:gd name="connsiteX0" fmla="*/ 1127699 w 2447828"/>
              <a:gd name="connsiteY0" fmla="*/ 1136708 h 1139851"/>
              <a:gd name="connsiteX1" fmla="*/ 598906 w 2447828"/>
              <a:gd name="connsiteY1" fmla="*/ 1015738 h 1139851"/>
              <a:gd name="connsiteX2" fmla="*/ 100136 w 2447828"/>
              <a:gd name="connsiteY2" fmla="*/ 431058 h 1139851"/>
              <a:gd name="connsiteX3" fmla="*/ 0 w 2447828"/>
              <a:gd name="connsiteY3" fmla="*/ 61141 h 1139851"/>
              <a:gd name="connsiteX4" fmla="*/ 492488 w 2447828"/>
              <a:gd name="connsiteY4" fmla="*/ 0 h 1139851"/>
              <a:gd name="connsiteX5" fmla="*/ 508292 w 2447828"/>
              <a:gd name="connsiteY5" fmla="*/ 103984 h 1139851"/>
              <a:gd name="connsiteX6" fmla="*/ 924220 w 2447828"/>
              <a:gd name="connsiteY6" fmla="*/ 558770 h 1139851"/>
              <a:gd name="connsiteX7" fmla="*/ 1536249 w 2447828"/>
              <a:gd name="connsiteY7" fmla="*/ 561038 h 1139851"/>
              <a:gd name="connsiteX8" fmla="*/ 1823363 w 2447828"/>
              <a:gd name="connsiteY8" fmla="*/ 349762 h 1139851"/>
              <a:gd name="connsiteX9" fmla="*/ 1883957 w 2447828"/>
              <a:gd name="connsiteY9" fmla="*/ 182059 h 1139851"/>
              <a:gd name="connsiteX10" fmla="*/ 1897166 w 2447828"/>
              <a:gd name="connsiteY10" fmla="*/ 99190 h 1139851"/>
              <a:gd name="connsiteX11" fmla="*/ 2447828 w 2447828"/>
              <a:gd name="connsiteY11" fmla="*/ 147117 h 1139851"/>
              <a:gd name="connsiteX12" fmla="*/ 2442885 w 2447828"/>
              <a:gd name="connsiteY12" fmla="*/ 171771 h 1139851"/>
              <a:gd name="connsiteX13" fmla="*/ 1787190 w 2447828"/>
              <a:gd name="connsiteY13" fmla="*/ 1032252 h 1139851"/>
              <a:gd name="connsiteX14" fmla="*/ 1127699 w 2447828"/>
              <a:gd name="connsiteY14" fmla="*/ 1136708 h 1139851"/>
            </a:gdLst>
            <a:rect l="l" t="t" r="r" b="b"/>
            <a:pathLst>
              <a:path w="2447828" h="1139851">
                <a:moveTo>
                  <a:pt x="1127699" y="1136708"/>
                </a:moveTo>
                <a:cubicBezTo>
                  <a:pt x="922493" y="1123890"/>
                  <a:pt x="739068" y="1073500"/>
                  <a:pt x="598906" y="1015738"/>
                </a:cubicBezTo>
                <a:cubicBezTo>
                  <a:pt x="327684" y="870018"/>
                  <a:pt x="199954" y="590157"/>
                  <a:pt x="100136" y="431058"/>
                </a:cubicBezTo>
                <a:cubicBezTo>
                  <a:pt x="319" y="271959"/>
                  <a:pt x="10382" y="164584"/>
                  <a:pt x="0" y="61141"/>
                </a:cubicBezTo>
                <a:lnTo>
                  <a:pt x="492488" y="0"/>
                </a:lnTo>
                <a:lnTo>
                  <a:pt x="508292" y="103984"/>
                </a:lnTo>
                <a:cubicBezTo>
                  <a:pt x="548975" y="323073"/>
                  <a:pt x="752894" y="482595"/>
                  <a:pt x="924220" y="558770"/>
                </a:cubicBezTo>
                <a:cubicBezTo>
                  <a:pt x="1095546" y="634946"/>
                  <a:pt x="1355366" y="617382"/>
                  <a:pt x="1536249" y="561038"/>
                </a:cubicBezTo>
                <a:cubicBezTo>
                  <a:pt x="1637189" y="490241"/>
                  <a:pt x="1762929" y="436116"/>
                  <a:pt x="1823363" y="349762"/>
                </a:cubicBezTo>
                <a:cubicBezTo>
                  <a:pt x="1849057" y="296370"/>
                  <a:pt x="1870581" y="238961"/>
                  <a:pt x="1883957" y="182059"/>
                </a:cubicBezTo>
                <a:lnTo>
                  <a:pt x="1897166" y="99190"/>
                </a:lnTo>
                <a:lnTo>
                  <a:pt x="2447828" y="147117"/>
                </a:lnTo>
                <a:lnTo>
                  <a:pt x="2442885" y="171771"/>
                </a:lnTo>
                <a:cubicBezTo>
                  <a:pt x="2386602" y="427393"/>
                  <a:pt x="2222756" y="861233"/>
                  <a:pt x="1787190" y="1032252"/>
                </a:cubicBezTo>
                <a:cubicBezTo>
                  <a:pt x="1559897" y="1124772"/>
                  <a:pt x="1332907" y="1149526"/>
                  <a:pt x="1127699" y="1136708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E8199FA0-897D-E3CC-0D80-71528FD3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842655" flipH="1" flipV="0">
            <a:off x="9707582" y="5040635"/>
            <a:ext cx="121042" cy="12470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3431"/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2" name="Freeform: Shape 11">
            <a:extLst xmlns:a="http://schemas.openxmlformats.org/drawingml/2006/main">
              <a:ext uri="{FF2B5EF4-FFF2-40B4-BE49-F238E27FC236}">
                <a16:creationId xmlns:a16="http://schemas.microsoft.com/office/drawing/2014/main" id="{D39A05B6-E151-95DE-9305-05C5FD07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03795" y="5384361"/>
            <a:ext cx="210343" cy="81074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2C3431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3" name="Freeform: Shape 12">
            <a:extLst xmlns:a="http://schemas.openxmlformats.org/drawingml/2006/main">
              <a:ext uri="{FF2B5EF4-FFF2-40B4-BE49-F238E27FC236}">
                <a16:creationId xmlns:a16="http://schemas.microsoft.com/office/drawing/2014/main" id="{15588C64-78B0-7558-ED60-5CEA7CC0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636109" flipH="0" flipV="0">
            <a:off x="10142798" y="5009782"/>
            <a:ext cx="115647" cy="187722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147499"/>
              <a:gd name="connsiteX1" fmla="*/ 99248 w 202239"/>
              <a:gd name="connsiteY1" fmla="*/ 147488 h 147499"/>
              <a:gd name="connsiteX2" fmla="*/ 202239 w 202239"/>
              <a:gd name="connsiteY2" fmla="*/ 0 h 147499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202239"/>
              <a:gd name="connsiteY0" fmla="*/ 6914 h 148403"/>
              <a:gd name="connsiteX1" fmla="*/ 99248 w 202239"/>
              <a:gd name="connsiteY1" fmla="*/ 147488 h 148403"/>
              <a:gd name="connsiteX2" fmla="*/ 202239 w 202239"/>
              <a:gd name="connsiteY2" fmla="*/ 0 h 148403"/>
              <a:gd name="connsiteX0" fmla="*/ 0 w 186642"/>
              <a:gd name="connsiteY0" fmla="*/ 5652 h 147497"/>
              <a:gd name="connsiteX1" fmla="*/ 83651 w 186642"/>
              <a:gd name="connsiteY1" fmla="*/ 147488 h 147497"/>
              <a:gd name="connsiteX2" fmla="*/ 186642 w 186642"/>
              <a:gd name="connsiteY2" fmla="*/ 0 h 147497"/>
              <a:gd name="connsiteX0" fmla="*/ 0 w 158137"/>
              <a:gd name="connsiteY0" fmla="*/ 0 h 141842"/>
              <a:gd name="connsiteX1" fmla="*/ 83651 w 158137"/>
              <a:gd name="connsiteY1" fmla="*/ 141836 h 141842"/>
              <a:gd name="connsiteX2" fmla="*/ 158137 w 158137"/>
              <a:gd name="connsiteY2" fmla="*/ 4542 h 141842"/>
              <a:gd name="connsiteX0" fmla="*/ 0 w 158137"/>
              <a:gd name="connsiteY0" fmla="*/ 0 h 141868"/>
              <a:gd name="connsiteX1" fmla="*/ 83651 w 158137"/>
              <a:gd name="connsiteY1" fmla="*/ 141836 h 141868"/>
              <a:gd name="connsiteX2" fmla="*/ 158137 w 158137"/>
              <a:gd name="connsiteY2" fmla="*/ 4542 h 141868"/>
              <a:gd name="connsiteX0" fmla="*/ 0 w 148087"/>
              <a:gd name="connsiteY0" fmla="*/ 0 h 141840"/>
              <a:gd name="connsiteX1" fmla="*/ 83651 w 148087"/>
              <a:gd name="connsiteY1" fmla="*/ 141836 h 141840"/>
              <a:gd name="connsiteX2" fmla="*/ 148087 w 148087"/>
              <a:gd name="connsiteY2" fmla="*/ 3883 h 141840"/>
              <a:gd name="connsiteX0" fmla="*/ 0 w 148087"/>
              <a:gd name="connsiteY0" fmla="*/ 0 h 141841"/>
              <a:gd name="connsiteX1" fmla="*/ 83651 w 148087"/>
              <a:gd name="connsiteY1" fmla="*/ 141836 h 141841"/>
              <a:gd name="connsiteX2" fmla="*/ 148087 w 148087"/>
              <a:gd name="connsiteY2" fmla="*/ 3883 h 141841"/>
              <a:gd name="connsiteX0" fmla="*/ 0 w 148087"/>
              <a:gd name="connsiteY0" fmla="*/ 0 h 141836"/>
              <a:gd name="connsiteX1" fmla="*/ 83651 w 148087"/>
              <a:gd name="connsiteY1" fmla="*/ 141836 h 141836"/>
              <a:gd name="connsiteX2" fmla="*/ 148087 w 148087"/>
              <a:gd name="connsiteY2" fmla="*/ 3883 h 141836"/>
              <a:gd name="connsiteX0" fmla="*/ 0 w 127644"/>
              <a:gd name="connsiteY0" fmla="*/ 3287 h 145126"/>
              <a:gd name="connsiteX1" fmla="*/ 83651 w 127644"/>
              <a:gd name="connsiteY1" fmla="*/ 145123 h 145126"/>
              <a:gd name="connsiteX2" fmla="*/ 127644 w 127644"/>
              <a:gd name="connsiteY2" fmla="*/ 0 h 145126"/>
              <a:gd name="connsiteX0" fmla="*/ 0 w 127644"/>
              <a:gd name="connsiteY0" fmla="*/ 3287 h 145127"/>
              <a:gd name="connsiteX1" fmla="*/ 83651 w 127644"/>
              <a:gd name="connsiteY1" fmla="*/ 145123 h 145127"/>
              <a:gd name="connsiteX2" fmla="*/ 127644 w 127644"/>
              <a:gd name="connsiteY2" fmla="*/ 0 h 145127"/>
              <a:gd name="connsiteX0" fmla="*/ 0 w 111281"/>
              <a:gd name="connsiteY0" fmla="*/ 4905 h 146748"/>
              <a:gd name="connsiteX1" fmla="*/ 83651 w 111281"/>
              <a:gd name="connsiteY1" fmla="*/ 146741 h 146748"/>
              <a:gd name="connsiteX2" fmla="*/ 111281 w 111281"/>
              <a:gd name="connsiteY2" fmla="*/ 0 h 146748"/>
              <a:gd name="connsiteX0" fmla="*/ 0 w 111281"/>
              <a:gd name="connsiteY0" fmla="*/ 4905 h 146914"/>
              <a:gd name="connsiteX1" fmla="*/ 83651 w 111281"/>
              <a:gd name="connsiteY1" fmla="*/ 146741 h 146914"/>
              <a:gd name="connsiteX2" fmla="*/ 111281 w 111281"/>
              <a:gd name="connsiteY2" fmla="*/ 0 h 146914"/>
            </a:gdLst>
            <a:rect l="l" t="t" r="r" b="b"/>
            <a:pathLst>
              <a:path w="111281" h="146914">
                <a:moveTo>
                  <a:pt x="0" y="4905"/>
                </a:moveTo>
                <a:cubicBezTo>
                  <a:pt x="42748" y="79468"/>
                  <a:pt x="72320" y="142563"/>
                  <a:pt x="83651" y="146741"/>
                </a:cubicBezTo>
                <a:cubicBezTo>
                  <a:pt x="94982" y="150919"/>
                  <a:pt x="92190" y="78958"/>
                  <a:pt x="111281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2C3431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5" name="Freeform: Shape 14">
            <a:extLst xmlns:a="http://schemas.openxmlformats.org/drawingml/2006/main">
              <a:ext uri="{FF2B5EF4-FFF2-40B4-BE49-F238E27FC236}">
                <a16:creationId xmlns:a16="http://schemas.microsoft.com/office/drawing/2014/main" id="{8BA5EC45-A55E-61AB-5219-715500F3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44935" y="2607259"/>
            <a:ext cx="158072" cy="56499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2C3431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6" name="Freeform: Shape 15">
            <a:extLst xmlns:a="http://schemas.openxmlformats.org/drawingml/2006/main">
              <a:ext uri="{FF2B5EF4-FFF2-40B4-BE49-F238E27FC236}">
                <a16:creationId xmlns:a16="http://schemas.microsoft.com/office/drawing/2014/main" id="{B0E19869-B0BF-760A-E449-2E22E661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62090" y="2603461"/>
            <a:ext cx="158072" cy="56499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2C3431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7" name="Freeform: Shape 16">
            <a:extLst xmlns:a="http://schemas.openxmlformats.org/drawingml/2006/main">
              <a:ext uri="{FF2B5EF4-FFF2-40B4-BE49-F238E27FC236}">
                <a16:creationId xmlns:a16="http://schemas.microsoft.com/office/drawing/2014/main" id="{55C8F095-9970-0014-E622-0AA61539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31744" y="2711897"/>
            <a:ext cx="688256" cy="198172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2C3431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0790" y="1546860"/>
            <a:ext cx="6096249" cy="156617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7200">
                <a:solidFill>
                  <a:schemeClr val="tx2"/>
                </a:solidFill>
              </a:defRPr>
            </a:lvl1pPr>
          </a:lstStyle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00791" y="3120527"/>
            <a:ext cx="4595828" cy="20285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  <a:lvl2pPr>
              <a:buNone/>
              <a:defRPr>
                <a:solidFill>
                  <a:schemeClr val="tx2"/>
                </a:solidFill>
              </a:defRPr>
            </a:lvl2pPr>
            <a:lvl3pPr>
              <a:buNone/>
              <a:defRPr>
                <a:solidFill>
                  <a:schemeClr val="tx2"/>
                </a:solidFill>
              </a:defRPr>
            </a:lvl3pPr>
            <a:lvl4pPr>
              <a:buNone/>
              <a:defRPr>
                <a:solidFill>
                  <a:schemeClr val="tx2"/>
                </a:solidFill>
              </a:defRPr>
            </a:lvl4pPr>
            <a:lvl5pPr>
              <a:buNone/>
              <a:defRPr>
                <a:solidFill>
                  <a:schemeClr val="tx2"/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797039" y="6356350"/>
            <a:ext cx="1801089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type="obj" preserve="1">
  <p:cSld name="Conclusion 2">
    <p:bg>
      <p:bgPr>
        <a:solidFill xmlns:a="http://schemas.openxmlformats.org/drawingml/2006/main">
          <a:schemeClr val="accent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reeform: Shape 10">
            <a:extLst xmlns:a="http://schemas.openxmlformats.org/drawingml/2006/main">
              <a:ext uri="{FF2B5EF4-FFF2-40B4-BE49-F238E27FC236}">
                <a16:creationId xmlns:a16="http://schemas.microsoft.com/office/drawing/2014/main" id="{C0495D86-E384-947E-9D91-0B506A32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1313534">
            <a:off x="9000950" y="5728012"/>
            <a:ext cx="2396342" cy="1094132"/>
          </a:xfrm>
          <a:custGeom xmlns:a="http://schemas.openxmlformats.org/drawingml/2006/main">
            <a:gdLst>
              <a:gd name="connsiteX0" fmla="*/ 1404498 w 2396342"/>
              <a:gd name="connsiteY0" fmla="*/ 1078663 h 1094132"/>
              <a:gd name="connsiteX1" fmla="*/ 575698 w 2396342"/>
              <a:gd name="connsiteY1" fmla="*/ 973151 h 1094132"/>
              <a:gd name="connsiteX2" fmla="*/ 89515 w 2396342"/>
              <a:gd name="connsiteY2" fmla="*/ 403226 h 1094132"/>
              <a:gd name="connsiteX3" fmla="*/ 8018 w 2396342"/>
              <a:gd name="connsiteY3" fmla="*/ 202590 h 1094132"/>
              <a:gd name="connsiteX4" fmla="*/ 0 w 2396342"/>
              <a:gd name="connsiteY4" fmla="*/ 137907 h 1094132"/>
              <a:gd name="connsiteX5" fmla="*/ 484422 w 2396342"/>
              <a:gd name="connsiteY5" fmla="*/ 65000 h 1094132"/>
              <a:gd name="connsiteX6" fmla="*/ 487371 w 2396342"/>
              <a:gd name="connsiteY6" fmla="*/ 84406 h 1094132"/>
              <a:gd name="connsiteX7" fmla="*/ 892804 w 2396342"/>
              <a:gd name="connsiteY7" fmla="*/ 527715 h 1094132"/>
              <a:gd name="connsiteX8" fmla="*/ 1489388 w 2396342"/>
              <a:gd name="connsiteY8" fmla="*/ 529926 h 1094132"/>
              <a:gd name="connsiteX9" fmla="*/ 1769257 w 2396342"/>
              <a:gd name="connsiteY9" fmla="*/ 323982 h 1094132"/>
              <a:gd name="connsiteX10" fmla="*/ 1839729 w 2396342"/>
              <a:gd name="connsiteY10" fmla="*/ 0 h 1094132"/>
              <a:gd name="connsiteX11" fmla="*/ 2396342 w 2396342"/>
              <a:gd name="connsiteY11" fmla="*/ 11016 h 1094132"/>
              <a:gd name="connsiteX12" fmla="*/ 1733996 w 2396342"/>
              <a:gd name="connsiteY12" fmla="*/ 989248 h 1094132"/>
              <a:gd name="connsiteX13" fmla="*/ 1404498 w 2396342"/>
              <a:gd name="connsiteY13" fmla="*/ 1078663 h 1094132"/>
            </a:gdLst>
            <a:rect l="l" t="t" r="r" b="b"/>
            <a:pathLst>
              <a:path w="2396342" h="1094132">
                <a:moveTo>
                  <a:pt x="1404498" y="1078663"/>
                </a:moveTo>
                <a:cubicBezTo>
                  <a:pt x="1080456" y="1125894"/>
                  <a:pt x="780637" y="1057608"/>
                  <a:pt x="575698" y="973151"/>
                </a:cubicBezTo>
                <a:cubicBezTo>
                  <a:pt x="311321" y="831109"/>
                  <a:pt x="186814" y="558310"/>
                  <a:pt x="89515" y="403226"/>
                </a:cubicBezTo>
                <a:cubicBezTo>
                  <a:pt x="40866" y="325683"/>
                  <a:pt x="18994" y="260746"/>
                  <a:pt x="8018" y="202590"/>
                </a:cubicBezTo>
                <a:lnTo>
                  <a:pt x="0" y="137907"/>
                </a:lnTo>
                <a:lnTo>
                  <a:pt x="484422" y="65000"/>
                </a:lnTo>
                <a:lnTo>
                  <a:pt x="487371" y="84406"/>
                </a:lnTo>
                <a:cubicBezTo>
                  <a:pt x="527027" y="297966"/>
                  <a:pt x="725801" y="453462"/>
                  <a:pt x="892804" y="527715"/>
                </a:cubicBezTo>
                <a:cubicBezTo>
                  <a:pt x="1059807" y="601969"/>
                  <a:pt x="1313068" y="584848"/>
                  <a:pt x="1489388" y="529926"/>
                </a:cubicBezTo>
                <a:cubicBezTo>
                  <a:pt x="1587781" y="460915"/>
                  <a:pt x="1710348" y="408157"/>
                  <a:pt x="1769257" y="323982"/>
                </a:cubicBezTo>
                <a:cubicBezTo>
                  <a:pt x="1819347" y="219891"/>
                  <a:pt x="1853181" y="100143"/>
                  <a:pt x="1839729" y="0"/>
                </a:cubicBezTo>
                <a:lnTo>
                  <a:pt x="2396342" y="11016"/>
                </a:lnTo>
                <a:cubicBezTo>
                  <a:pt x="2377889" y="190830"/>
                  <a:pt x="2256548" y="784074"/>
                  <a:pt x="1733996" y="989248"/>
                </a:cubicBezTo>
                <a:cubicBezTo>
                  <a:pt x="1623216" y="1034341"/>
                  <a:pt x="1512512" y="1062920"/>
                  <a:pt x="1404498" y="1078663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8" name="Oval 28">
            <a:extLst xmlns:a="http://schemas.openxmlformats.org/drawingml/2006/main">
              <a:ext uri="{FF2B5EF4-FFF2-40B4-BE49-F238E27FC236}">
                <a16:creationId xmlns:a16="http://schemas.microsoft.com/office/drawing/2014/main" id="{81936825-1175-B4E4-16E4-EB18E872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9256458">
            <a:off x="10043602" y="4079772"/>
            <a:ext cx="1794766" cy="1833826"/>
          </a:xfrm>
          <a:custGeom xmlns:a="http://schemas.openxmlformats.org/drawingml/2006/main"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1907 w 3045014"/>
              <a:gd name="connsiteY0" fmla="*/ 1624335 h 3017657"/>
              <a:gd name="connsiteX1" fmla="*/ 453606 w 3045014"/>
              <a:gd name="connsiteY1" fmla="*/ 460440 h 3017657"/>
              <a:gd name="connsiteX2" fmla="*/ 1412722 w 3045014"/>
              <a:gd name="connsiteY2" fmla="*/ 0 h 3017657"/>
              <a:gd name="connsiteX3" fmla="*/ 2551450 w 3045014"/>
              <a:gd name="connsiteY3" fmla="*/ 461827 h 3017657"/>
              <a:gd name="connsiteX4" fmla="*/ 2935457 w 3045014"/>
              <a:gd name="connsiteY4" fmla="*/ 2091694 h 3017657"/>
              <a:gd name="connsiteX5" fmla="*/ 1256935 w 3045014"/>
              <a:gd name="connsiteY5" fmla="*/ 3004830 h 3017657"/>
              <a:gd name="connsiteX6" fmla="*/ 11907 w 3045014"/>
              <a:gd name="connsiteY6" fmla="*/ 1624335 h 3017657"/>
              <a:gd name="connsiteX0" fmla="*/ 14192 w 3047299"/>
              <a:gd name="connsiteY0" fmla="*/ 1624335 h 3017657"/>
              <a:gd name="connsiteX1" fmla="*/ 455891 w 3047299"/>
              <a:gd name="connsiteY1" fmla="*/ 460440 h 3017657"/>
              <a:gd name="connsiteX2" fmla="*/ 1415007 w 3047299"/>
              <a:gd name="connsiteY2" fmla="*/ 0 h 3017657"/>
              <a:gd name="connsiteX3" fmla="*/ 2553735 w 3047299"/>
              <a:gd name="connsiteY3" fmla="*/ 461827 h 3017657"/>
              <a:gd name="connsiteX4" fmla="*/ 2937742 w 3047299"/>
              <a:gd name="connsiteY4" fmla="*/ 2091694 h 3017657"/>
              <a:gd name="connsiteX5" fmla="*/ 1259220 w 3047299"/>
              <a:gd name="connsiteY5" fmla="*/ 3004830 h 3017657"/>
              <a:gd name="connsiteX6" fmla="*/ 14192 w 3047299"/>
              <a:gd name="connsiteY6" fmla="*/ 1624335 h 3017657"/>
              <a:gd name="connsiteX0" fmla="*/ 14192 w 2960523"/>
              <a:gd name="connsiteY0" fmla="*/ 1624335 h 3017246"/>
              <a:gd name="connsiteX1" fmla="*/ 455891 w 2960523"/>
              <a:gd name="connsiteY1" fmla="*/ 460440 h 3017246"/>
              <a:gd name="connsiteX2" fmla="*/ 1415007 w 2960523"/>
              <a:gd name="connsiteY2" fmla="*/ 0 h 3017246"/>
              <a:gd name="connsiteX3" fmla="*/ 2553735 w 2960523"/>
              <a:gd name="connsiteY3" fmla="*/ 461827 h 3017246"/>
              <a:gd name="connsiteX4" fmla="*/ 2837859 w 2960523"/>
              <a:gd name="connsiteY4" fmla="*/ 2086251 h 3017246"/>
              <a:gd name="connsiteX5" fmla="*/ 1259220 w 2960523"/>
              <a:gd name="connsiteY5" fmla="*/ 3004830 h 3017246"/>
              <a:gd name="connsiteX6" fmla="*/ 14192 w 2960523"/>
              <a:gd name="connsiteY6" fmla="*/ 1624335 h 3017246"/>
              <a:gd name="connsiteX0" fmla="*/ 14192 w 2957884"/>
              <a:gd name="connsiteY0" fmla="*/ 1626269 h 3019180"/>
              <a:gd name="connsiteX1" fmla="*/ 455891 w 2957884"/>
              <a:gd name="connsiteY1" fmla="*/ 462374 h 3019180"/>
              <a:gd name="connsiteX2" fmla="*/ 1415007 w 2957884"/>
              <a:gd name="connsiteY2" fmla="*/ 1934 h 3019180"/>
              <a:gd name="connsiteX3" fmla="*/ 2539531 w 2957884"/>
              <a:gd name="connsiteY3" fmla="*/ 618605 h 3019180"/>
              <a:gd name="connsiteX4" fmla="*/ 2837859 w 2957884"/>
              <a:gd name="connsiteY4" fmla="*/ 2088185 h 3019180"/>
              <a:gd name="connsiteX5" fmla="*/ 1259220 w 2957884"/>
              <a:gd name="connsiteY5" fmla="*/ 3006764 h 3019180"/>
              <a:gd name="connsiteX6" fmla="*/ 14192 w 2957884"/>
              <a:gd name="connsiteY6" fmla="*/ 1626269 h 3019180"/>
              <a:gd name="connsiteX0" fmla="*/ 13945 w 2955938"/>
              <a:gd name="connsiteY0" fmla="*/ 1591183 h 2984094"/>
              <a:gd name="connsiteX1" fmla="*/ 455644 w 2955938"/>
              <a:gd name="connsiteY1" fmla="*/ 427288 h 2984094"/>
              <a:gd name="connsiteX2" fmla="*/ 1478416 w 2955938"/>
              <a:gd name="connsiteY2" fmla="*/ 2429 h 2984094"/>
              <a:gd name="connsiteX3" fmla="*/ 2539284 w 2955938"/>
              <a:gd name="connsiteY3" fmla="*/ 583519 h 2984094"/>
              <a:gd name="connsiteX4" fmla="*/ 2837612 w 2955938"/>
              <a:gd name="connsiteY4" fmla="*/ 2053099 h 2984094"/>
              <a:gd name="connsiteX5" fmla="*/ 1258973 w 2955938"/>
              <a:gd name="connsiteY5" fmla="*/ 2971678 h 2984094"/>
              <a:gd name="connsiteX6" fmla="*/ 13945 w 2955938"/>
              <a:gd name="connsiteY6" fmla="*/ 1591183 h 2984094"/>
              <a:gd name="connsiteX0" fmla="*/ 14815 w 2932012"/>
              <a:gd name="connsiteY0" fmla="*/ 1604636 h 2983550"/>
              <a:gd name="connsiteX1" fmla="*/ 431718 w 2932012"/>
              <a:gd name="connsiteY1" fmla="*/ 427313 h 2983550"/>
              <a:gd name="connsiteX2" fmla="*/ 1454490 w 2932012"/>
              <a:gd name="connsiteY2" fmla="*/ 2454 h 2983550"/>
              <a:gd name="connsiteX3" fmla="*/ 2515358 w 2932012"/>
              <a:gd name="connsiteY3" fmla="*/ 583544 h 2983550"/>
              <a:gd name="connsiteX4" fmla="*/ 2813686 w 2932012"/>
              <a:gd name="connsiteY4" fmla="*/ 2053124 h 2983550"/>
              <a:gd name="connsiteX5" fmla="*/ 1235047 w 2932012"/>
              <a:gd name="connsiteY5" fmla="*/ 2971703 h 2983550"/>
              <a:gd name="connsiteX6" fmla="*/ 14815 w 2932012"/>
              <a:gd name="connsiteY6" fmla="*/ 1604636 h 2983550"/>
              <a:gd name="connsiteX0" fmla="*/ 16628 w 2890261"/>
              <a:gd name="connsiteY0" fmla="*/ 1616089 h 2983092"/>
              <a:gd name="connsiteX1" fmla="*/ 389967 w 2890261"/>
              <a:gd name="connsiteY1" fmla="*/ 427335 h 2983092"/>
              <a:gd name="connsiteX2" fmla="*/ 1412739 w 2890261"/>
              <a:gd name="connsiteY2" fmla="*/ 2476 h 2983092"/>
              <a:gd name="connsiteX3" fmla="*/ 2473607 w 2890261"/>
              <a:gd name="connsiteY3" fmla="*/ 583566 h 2983092"/>
              <a:gd name="connsiteX4" fmla="*/ 2771935 w 2890261"/>
              <a:gd name="connsiteY4" fmla="*/ 2053146 h 2983092"/>
              <a:gd name="connsiteX5" fmla="*/ 1193296 w 2890261"/>
              <a:gd name="connsiteY5" fmla="*/ 2971725 h 2983092"/>
              <a:gd name="connsiteX6" fmla="*/ 16628 w 2890261"/>
              <a:gd name="connsiteY6" fmla="*/ 1616089 h 2983092"/>
              <a:gd name="connsiteX0" fmla="*/ 28885 w 2902518"/>
              <a:gd name="connsiteY0" fmla="*/ 1614467 h 2981472"/>
              <a:gd name="connsiteX1" fmla="*/ 449105 w 2902518"/>
              <a:gd name="connsiteY1" fmla="*/ 482063 h 2981472"/>
              <a:gd name="connsiteX2" fmla="*/ 1424996 w 2902518"/>
              <a:gd name="connsiteY2" fmla="*/ 854 h 2981472"/>
              <a:gd name="connsiteX3" fmla="*/ 2485864 w 2902518"/>
              <a:gd name="connsiteY3" fmla="*/ 581944 h 2981472"/>
              <a:gd name="connsiteX4" fmla="*/ 2784192 w 2902518"/>
              <a:gd name="connsiteY4" fmla="*/ 2051524 h 2981472"/>
              <a:gd name="connsiteX5" fmla="*/ 1205553 w 2902518"/>
              <a:gd name="connsiteY5" fmla="*/ 2970103 h 2981472"/>
              <a:gd name="connsiteX6" fmla="*/ 28885 w 2902518"/>
              <a:gd name="connsiteY6" fmla="*/ 1614467 h 2981472"/>
              <a:gd name="connsiteX0" fmla="*/ 29067 w 2902700"/>
              <a:gd name="connsiteY0" fmla="*/ 1614467 h 2981470"/>
              <a:gd name="connsiteX1" fmla="*/ 449287 w 2902700"/>
              <a:gd name="connsiteY1" fmla="*/ 482063 h 2981470"/>
              <a:gd name="connsiteX2" fmla="*/ 1425178 w 2902700"/>
              <a:gd name="connsiteY2" fmla="*/ 854 h 2981470"/>
              <a:gd name="connsiteX3" fmla="*/ 2486046 w 2902700"/>
              <a:gd name="connsiteY3" fmla="*/ 581944 h 2981470"/>
              <a:gd name="connsiteX4" fmla="*/ 2784374 w 2902700"/>
              <a:gd name="connsiteY4" fmla="*/ 2051524 h 2981470"/>
              <a:gd name="connsiteX5" fmla="*/ 1205735 w 2902700"/>
              <a:gd name="connsiteY5" fmla="*/ 2970103 h 2981470"/>
              <a:gd name="connsiteX6" fmla="*/ 29067 w 2902700"/>
              <a:gd name="connsiteY6" fmla="*/ 1614467 h 2981470"/>
              <a:gd name="connsiteX0" fmla="*/ 31759 w 2861927"/>
              <a:gd name="connsiteY0" fmla="*/ 1748662 h 2976424"/>
              <a:gd name="connsiteX1" fmla="*/ 408514 w 2861927"/>
              <a:gd name="connsiteY1" fmla="*/ 482146 h 2976424"/>
              <a:gd name="connsiteX2" fmla="*/ 1384405 w 2861927"/>
              <a:gd name="connsiteY2" fmla="*/ 937 h 2976424"/>
              <a:gd name="connsiteX3" fmla="*/ 2445273 w 2861927"/>
              <a:gd name="connsiteY3" fmla="*/ 582027 h 2976424"/>
              <a:gd name="connsiteX4" fmla="*/ 2743601 w 2861927"/>
              <a:gd name="connsiteY4" fmla="*/ 2051607 h 2976424"/>
              <a:gd name="connsiteX5" fmla="*/ 1164962 w 2861927"/>
              <a:gd name="connsiteY5" fmla="*/ 2970186 h 2976424"/>
              <a:gd name="connsiteX6" fmla="*/ 31759 w 2861927"/>
              <a:gd name="connsiteY6" fmla="*/ 1748662 h 2976424"/>
              <a:gd name="connsiteX0" fmla="*/ 32411 w 2861230"/>
              <a:gd name="connsiteY0" fmla="*/ 1703227 h 2930989"/>
              <a:gd name="connsiteX1" fmla="*/ 409166 w 2861230"/>
              <a:gd name="connsiteY1" fmla="*/ 436711 h 2930989"/>
              <a:gd name="connsiteX2" fmla="*/ 1436640 w 2861230"/>
              <a:gd name="connsiteY2" fmla="*/ 1129 h 2930989"/>
              <a:gd name="connsiteX3" fmla="*/ 2445925 w 2861230"/>
              <a:gd name="connsiteY3" fmla="*/ 536592 h 2930989"/>
              <a:gd name="connsiteX4" fmla="*/ 2744253 w 2861230"/>
              <a:gd name="connsiteY4" fmla="*/ 2006172 h 2930989"/>
              <a:gd name="connsiteX5" fmla="*/ 1165614 w 2861230"/>
              <a:gd name="connsiteY5" fmla="*/ 2924751 h 2930989"/>
              <a:gd name="connsiteX6" fmla="*/ 32411 w 2861230"/>
              <a:gd name="connsiteY6" fmla="*/ 1703227 h 2930989"/>
              <a:gd name="connsiteX0" fmla="*/ 32413 w 2825621"/>
              <a:gd name="connsiteY0" fmla="*/ 1703227 h 2929700"/>
              <a:gd name="connsiteX1" fmla="*/ 409168 w 2825621"/>
              <a:gd name="connsiteY1" fmla="*/ 436711 h 2929700"/>
              <a:gd name="connsiteX2" fmla="*/ 1436642 w 2825621"/>
              <a:gd name="connsiteY2" fmla="*/ 1129 h 2929700"/>
              <a:gd name="connsiteX3" fmla="*/ 2445927 w 2825621"/>
              <a:gd name="connsiteY3" fmla="*/ 536592 h 2929700"/>
              <a:gd name="connsiteX4" fmla="*/ 2702042 w 2825621"/>
              <a:gd name="connsiteY4" fmla="*/ 1979994 h 2929700"/>
              <a:gd name="connsiteX5" fmla="*/ 1165616 w 2825621"/>
              <a:gd name="connsiteY5" fmla="*/ 2924751 h 2929700"/>
              <a:gd name="connsiteX6" fmla="*/ 32413 w 2825621"/>
              <a:gd name="connsiteY6" fmla="*/ 1703227 h 2929700"/>
              <a:gd name="connsiteX0" fmla="*/ 33345 w 2826553"/>
              <a:gd name="connsiteY0" fmla="*/ 1703227 h 2887517"/>
              <a:gd name="connsiteX1" fmla="*/ 410100 w 2826553"/>
              <a:gd name="connsiteY1" fmla="*/ 436711 h 2887517"/>
              <a:gd name="connsiteX2" fmla="*/ 1437574 w 2826553"/>
              <a:gd name="connsiteY2" fmla="*/ 1129 h 2887517"/>
              <a:gd name="connsiteX3" fmla="*/ 2446859 w 2826553"/>
              <a:gd name="connsiteY3" fmla="*/ 536592 h 2887517"/>
              <a:gd name="connsiteX4" fmla="*/ 2702974 w 2826553"/>
              <a:gd name="connsiteY4" fmla="*/ 1979994 h 2887517"/>
              <a:gd name="connsiteX5" fmla="*/ 1185353 w 2826553"/>
              <a:gd name="connsiteY5" fmla="*/ 2881864 h 2887517"/>
              <a:gd name="connsiteX6" fmla="*/ 33345 w 2826553"/>
              <a:gd name="connsiteY6" fmla="*/ 1703227 h 2887517"/>
              <a:gd name="connsiteX0" fmla="*/ 12394 w 2805602"/>
              <a:gd name="connsiteY0" fmla="*/ 1703227 h 2887517"/>
              <a:gd name="connsiteX1" fmla="*/ 389149 w 2805602"/>
              <a:gd name="connsiteY1" fmla="*/ 436711 h 2887517"/>
              <a:gd name="connsiteX2" fmla="*/ 1416623 w 2805602"/>
              <a:gd name="connsiteY2" fmla="*/ 1129 h 2887517"/>
              <a:gd name="connsiteX3" fmla="*/ 2425908 w 2805602"/>
              <a:gd name="connsiteY3" fmla="*/ 536592 h 2887517"/>
              <a:gd name="connsiteX4" fmla="*/ 2682023 w 2805602"/>
              <a:gd name="connsiteY4" fmla="*/ 1979994 h 2887517"/>
              <a:gd name="connsiteX5" fmla="*/ 1164402 w 2805602"/>
              <a:gd name="connsiteY5" fmla="*/ 2881864 h 2887517"/>
              <a:gd name="connsiteX6" fmla="*/ 12394 w 2805602"/>
              <a:gd name="connsiteY6" fmla="*/ 1703227 h 2887517"/>
              <a:gd name="connsiteX0" fmla="*/ 32809 w 2826017"/>
              <a:gd name="connsiteY0" fmla="*/ 1703227 h 2887517"/>
              <a:gd name="connsiteX1" fmla="*/ 409564 w 2826017"/>
              <a:gd name="connsiteY1" fmla="*/ 436711 h 2887517"/>
              <a:gd name="connsiteX2" fmla="*/ 1437038 w 2826017"/>
              <a:gd name="connsiteY2" fmla="*/ 1129 h 2887517"/>
              <a:gd name="connsiteX3" fmla="*/ 2446323 w 2826017"/>
              <a:gd name="connsiteY3" fmla="*/ 536592 h 2887517"/>
              <a:gd name="connsiteX4" fmla="*/ 2702438 w 2826017"/>
              <a:gd name="connsiteY4" fmla="*/ 1979994 h 2887517"/>
              <a:gd name="connsiteX5" fmla="*/ 1184817 w 2826017"/>
              <a:gd name="connsiteY5" fmla="*/ 2881864 h 2887517"/>
              <a:gd name="connsiteX6" fmla="*/ 32809 w 2826017"/>
              <a:gd name="connsiteY6" fmla="*/ 1703227 h 2887517"/>
            </a:gdLst>
            <a:rect l="l" t="t" r="r" b="b"/>
            <a:pathLst>
              <a:path w="2826017" h="2887517">
                <a:moveTo>
                  <a:pt x="32809" y="1703227"/>
                </a:moveTo>
                <a:cubicBezTo>
                  <a:pt x="-94915" y="1117381"/>
                  <a:pt x="175526" y="720394"/>
                  <a:pt x="409564" y="436711"/>
                </a:cubicBezTo>
                <a:cubicBezTo>
                  <a:pt x="643602" y="153028"/>
                  <a:pt x="1097578" y="-15518"/>
                  <a:pt x="1437038" y="1129"/>
                </a:cubicBezTo>
                <a:cubicBezTo>
                  <a:pt x="1776498" y="17776"/>
                  <a:pt x="2235423" y="206781"/>
                  <a:pt x="2446323" y="536592"/>
                </a:cubicBezTo>
                <a:cubicBezTo>
                  <a:pt x="2657223" y="866403"/>
                  <a:pt x="3016718" y="1377564"/>
                  <a:pt x="2702438" y="1979994"/>
                </a:cubicBezTo>
                <a:cubicBezTo>
                  <a:pt x="2259464" y="2697570"/>
                  <a:pt x="1629755" y="2927992"/>
                  <a:pt x="1184817" y="2881864"/>
                </a:cubicBezTo>
                <a:cubicBezTo>
                  <a:pt x="739879" y="2835736"/>
                  <a:pt x="160533" y="2289073"/>
                  <a:pt x="32809" y="1703227"/>
                </a:cubicBezTo>
                <a:close/>
              </a:path>
            </a:pathLst>
          </a:custGeom>
          <a:solidFill xmlns:a="http://schemas.openxmlformats.org/drawingml/2006/main">
            <a:schemeClr val="accent2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5" name="Freeform: Shape 14">
            <a:extLst xmlns:a="http://schemas.openxmlformats.org/drawingml/2006/main">
              <a:ext uri="{FF2B5EF4-FFF2-40B4-BE49-F238E27FC236}">
                <a16:creationId xmlns:a16="http://schemas.microsoft.com/office/drawing/2014/main" id="{8BA5EC45-A55E-61AB-5219-715500F3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19988" y="4946063"/>
            <a:ext cx="158072" cy="56499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2C3431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6" name="Freeform: Shape 15">
            <a:extLst xmlns:a="http://schemas.openxmlformats.org/drawingml/2006/main">
              <a:ext uri="{FF2B5EF4-FFF2-40B4-BE49-F238E27FC236}">
                <a16:creationId xmlns:a16="http://schemas.microsoft.com/office/drawing/2014/main" id="{B0E19869-B0BF-760A-E449-2E22E661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37143" y="4942265"/>
            <a:ext cx="158072" cy="56499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2C3431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7" name="Freeform: Shape 16">
            <a:extLst xmlns:a="http://schemas.openxmlformats.org/drawingml/2006/main">
              <a:ext uri="{FF2B5EF4-FFF2-40B4-BE49-F238E27FC236}">
                <a16:creationId xmlns:a16="http://schemas.microsoft.com/office/drawing/2014/main" id="{55C8F095-9970-0014-E622-0AA61539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06797" y="5050701"/>
            <a:ext cx="688256" cy="198172"/>
          </a:xfrm>
          <a:custGeom xmlns:a="http://schemas.openxmlformats.org/drawingml/2006/main"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  <a:gd name="connsiteX0" fmla="*/ 0 w 202239"/>
              <a:gd name="connsiteY0" fmla="*/ 6914 h 91665"/>
              <a:gd name="connsiteX1" fmla="*/ 107170 w 202239"/>
              <a:gd name="connsiteY1" fmla="*/ 91612 h 91665"/>
              <a:gd name="connsiteX2" fmla="*/ 202239 w 202239"/>
              <a:gd name="connsiteY2" fmla="*/ 0 h 91665"/>
              <a:gd name="connsiteX0" fmla="*/ 0 w 202403"/>
              <a:gd name="connsiteY0" fmla="*/ 6914 h 91665"/>
              <a:gd name="connsiteX1" fmla="*/ 107170 w 202403"/>
              <a:gd name="connsiteY1" fmla="*/ 91612 h 91665"/>
              <a:gd name="connsiteX2" fmla="*/ 202239 w 202403"/>
              <a:gd name="connsiteY2" fmla="*/ 0 h 91665"/>
            </a:gdLst>
            <a:rect l="l" t="t" r="r" b="b"/>
            <a:pathLst>
              <a:path w="202403" h="91665">
                <a:moveTo>
                  <a:pt x="0" y="6914"/>
                </a:moveTo>
                <a:cubicBezTo>
                  <a:pt x="4431" y="75571"/>
                  <a:pt x="73464" y="92764"/>
                  <a:pt x="107170" y="91612"/>
                </a:cubicBezTo>
                <a:cubicBezTo>
                  <a:pt x="140876" y="90460"/>
                  <a:pt x="206106" y="71366"/>
                  <a:pt x="202239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53975">
            <a:solidFill>
              <a:srgbClr val="2C3431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0790" y="1535974"/>
            <a:ext cx="6096249" cy="144659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7200">
                <a:solidFill>
                  <a:schemeClr val="tx2"/>
                </a:solidFill>
              </a:defRPr>
            </a:lvl1pPr>
          </a:lstStyle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00791" y="2993457"/>
            <a:ext cx="8894912" cy="21556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  <a:lvl2pPr>
              <a:buNone/>
              <a:defRPr>
                <a:solidFill>
                  <a:schemeClr val="tx2"/>
                </a:solidFill>
              </a:defRPr>
            </a:lvl2pPr>
            <a:lvl3pPr>
              <a:buNone/>
              <a:defRPr>
                <a:solidFill>
                  <a:schemeClr val="tx2"/>
                </a:solidFill>
              </a:defRPr>
            </a:lvl3pPr>
            <a:lvl4pPr>
              <a:buNone/>
              <a:defRPr>
                <a:solidFill>
                  <a:schemeClr val="tx2"/>
                </a:solidFill>
              </a:defRPr>
            </a:lvl4pPr>
            <a:lvl5pPr>
              <a:buNone/>
              <a:defRPr>
                <a:solidFill>
                  <a:schemeClr val="tx2"/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987577" y="6356350"/>
            <a:ext cx="1801089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type="title">
  <p:cSld name="Cap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2DC227-D3A2-4C03-ABDE-A2FF9E33B5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22960" y="2331720"/>
            <a:ext cx="10698480" cy="2011680"/>
          </a:xfr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4EEA382-62DF-4F69-B94A-CC68C3DE1D0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59536" y="4663440"/>
            <a:ext cx="10058400" cy="128016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AB796F-DBF6-4CEB-8C23-051BF2B7B3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5B60C6E-16BE-4A5E-8937-FFD224E531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50718AB-D7F1-441E-93FB-3D471B465E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type="titleOnly">
  <p:cSld name="Conteu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7271D1D-E2DE-48D0-A3FD-F60070F3DE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1325880"/>
          </a:xfr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>
              <a:lnSpc>
                <a:spcPct val="104000"/>
              </a:lnSpc>
              <a:buNone/>
            </a:pPr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3CF281B-3529-4BD3-AE0A-BB546961BD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3670E99-EBC1-4134-886C-FB6784AB0E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B31256F-0007-468B-A992-C9401B4053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  <p:sp>
        <p:nvSpPr>
          <p:cNvPr id="7" name="TextBox 4">
            <a:extLst xmlns:a="http://schemas.openxmlformats.org/drawingml/2006/main">
              <a:ext uri="{FF2B5EF4-FFF2-40B4-BE49-F238E27FC236}">
                <a16:creationId xmlns:a16="http://schemas.microsoft.com/office/drawing/2014/main" id="{0FE0C9C7-8B8E-42F8-A097-06896573F979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74320"/>
            <a:ext cx="10058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SEÇÃO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ef3b527f344959" /><Relationship Type="http://schemas.openxmlformats.org/officeDocument/2006/relationships/slideLayout" Target="/ppt/slideLayouts/slideLayout1.xml" Id="Re666aa062bf54a9f" /><Relationship Type="http://schemas.openxmlformats.org/officeDocument/2006/relationships/slideLayout" Target="/ppt/slideLayouts/slideLayout2.xml" Id="R2945a05f7cef4687" /><Relationship Type="http://schemas.openxmlformats.org/officeDocument/2006/relationships/slideLayout" Target="/ppt/slideLayouts/slideLayout3.xml" Id="R50331f7aa4ff40c8" /><Relationship Type="http://schemas.openxmlformats.org/officeDocument/2006/relationships/slideLayout" Target="/ppt/slideLayouts/slideLayout4.xml" Id="Ref2ba0a52f564166" /><Relationship Type="http://schemas.openxmlformats.org/officeDocument/2006/relationships/slideLayout" Target="/ppt/slideLayouts/slideLayout5.xml" Id="R2ec513f2d1a54c2a" /><Relationship Type="http://schemas.openxmlformats.org/officeDocument/2006/relationships/slideLayout" Target="/ppt/slideLayouts/slideLayout6.xml" Id="Re39e728665ed407e" /><Relationship Type="http://schemas.openxmlformats.org/officeDocument/2006/relationships/slideLayout" Target="/ppt/slideLayouts/slideLayout7.xml" Id="Ra37409f9307f4854" /><Relationship Type="http://schemas.openxmlformats.org/officeDocument/2006/relationships/slideLayout" Target="/ppt/slideLayouts/slideLayout8.xml" Id="R301ae32dfaf94a18" /><Relationship Type="http://schemas.openxmlformats.org/officeDocument/2006/relationships/slideLayout" Target="/ppt/slideLayouts/slideLayout9.xml" Id="R9661db9e07aa464a" /><Relationship Type="http://schemas.openxmlformats.org/officeDocument/2006/relationships/slideLayout" Target="/ppt/slideLayouts/slideLayout10.xml" Id="R98f5d32128234e7e" /><Relationship Type="http://schemas.openxmlformats.org/officeDocument/2006/relationships/slideLayout" Target="/ppt/slideLayouts/slideLayout11.xml" Id="Re12c058d55684f66" /><Relationship Type="http://schemas.openxmlformats.org/officeDocument/2006/relationships/slideLayout" Target="/ppt/slideLayouts/slideLayout12.xml" Id="R7b43acf874c140a7" /><Relationship Type="http://schemas.openxmlformats.org/officeDocument/2006/relationships/slideLayout" Target="/ppt/slideLayouts/slideLayout13.xml" Id="R46ab0c838f004fdb" /><Relationship Type="http://schemas.openxmlformats.org/officeDocument/2006/relationships/slideLayout" Target="/ppt/slideLayouts/slideLayout14.xml" Id="R93afa34f5ed44d92" /><Relationship Type="http://schemas.openxmlformats.org/officeDocument/2006/relationships/slideLayout" Target="/ppt/slideLayouts/slideLayout15.xml" Id="Rc054aa21a9b4429d" /><Relationship Type="http://schemas.openxmlformats.org/officeDocument/2006/relationships/slideLayout" Target="/ppt/slideLayouts/slideLayout16.xml" Id="Rf6000843d6ac4b34" /><Relationship Type="http://schemas.openxmlformats.org/officeDocument/2006/relationships/slideLayout" Target="/ppt/slideLayouts/slideLayout17.xml" Id="R1797abbf80974e70" /><Relationship Type="http://schemas.openxmlformats.org/officeDocument/2006/relationships/slideLayout" Target="/ppt/slideLayouts/slideLayout18.xml" Id="R8fa0e636279c4e7d" /><Relationship Type="http://schemas.openxmlformats.org/officeDocument/2006/relationships/slideLayout" Target="/ppt/slideLayouts/slideLayout19.xml" Id="R4f0cef90b29d484a" /><Relationship Type="http://schemas.openxmlformats.org/officeDocument/2006/relationships/slideLayout" Target="/ppt/slideLayouts/slideLayout20.xml" Id="Ra53f899c71ad4c7b" /><Relationship Type="http://schemas.openxmlformats.org/officeDocument/2006/relationships/slideLayout" Target="/ppt/slideLayouts/slideLayout21.xml" Id="R8060ac39dd2b4da1" /><Relationship Type="http://schemas.openxmlformats.org/officeDocument/2006/relationships/slideLayout" Target="/ppt/slideLayouts/slideLayout22.xml" Id="R41dbb7fb86534657" /><Relationship Type="http://schemas.openxmlformats.org/officeDocument/2006/relationships/slideLayout" Target="/ppt/slideLayouts/slideLayout23.xml" Id="R8b322868c83c4b9d" /><Relationship Type="http://schemas.openxmlformats.org/officeDocument/2006/relationships/slideLayout" Target="/ppt/slideLayouts/slideLayout24.xml" Id="R39c064eedc294d76" /><Relationship Type="http://schemas.openxmlformats.org/officeDocument/2006/relationships/slideLayout" Target="/ppt/slideLayouts/slideLayout25.xml" Id="R600d4027932c4239" /><Relationship Type="http://schemas.openxmlformats.org/officeDocument/2006/relationships/slideLayout" Target="/ppt/slideLayouts/slideLayout26.xml" Id="R8c3b92f342fc48d3" /><Relationship Type="http://schemas.openxmlformats.org/officeDocument/2006/relationships/slideLayout" Target="/ppt/slideLayouts/slideLayout27.xml" Id="R05a1179f4cf2499e" /><Relationship Type="http://schemas.openxmlformats.org/officeDocument/2006/relationships/slideLayout" Target="/ppt/slideLayouts/slideLayout28.xml" Id="R9ae26ba60f2f465f" /><Relationship Type="http://schemas.openxmlformats.org/officeDocument/2006/relationships/slideLayout" Target="/ppt/slideLayouts/slideLayout29.xml" Id="Rfbca157990234ac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2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4C8C07B-BF75-81A5-A183-2170E2514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9660" y="505522"/>
            <a:ext cx="10515600" cy="981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rmAutofit/>
          </a:bodyPr>
          <a:lstStyle xmlns:a="http://schemas.openxmlformats.org/drawingml/2006/main"/>
          <a:p xmlns:a="http://schemas.openxmlformats.org/drawingml/2006/main">
            <a:r>
              <a:t>Clique para editar o título Mestre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0CD7312-3B1E-2D55-95D5-86AEEB8085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99660" y="1514531"/>
            <a:ext cx="10515600" cy="45977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Clique para editar os estilos de texto Mestres</a:t>
            </a:r>
          </a:p>
          <a:p xmlns:a="http://schemas.openxmlformats.org/drawingml/2006/main">
            <a:pPr lvl="1">
              <a:buNone/>
            </a:pPr>
            <a:r>
              <a:t>Segundo nível</a:t>
            </a:r>
          </a:p>
          <a:p xmlns:a="http://schemas.openxmlformats.org/drawingml/2006/main">
            <a:pPr lvl="2">
              <a:buNone/>
            </a:pPr>
            <a:r>
              <a:t>Terceiro nível</a:t>
            </a:r>
          </a:p>
          <a:p xmlns:a="http://schemas.openxmlformats.org/drawingml/2006/main">
            <a:pPr lvl="3">
              <a:buNone/>
            </a:pPr>
            <a:r>
              <a:t>Quarto nível</a:t>
            </a:r>
          </a:p>
          <a:p xmlns:a="http://schemas.openxmlformats.org/drawingml/2006/main">
            <a:pPr lvl="4">
              <a:buNone/>
            </a:pPr>
            <a:r>
              <a:t>Quinto nível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2E07BB-F589-3F14-3732-996A8053CF5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699660" y="6356350"/>
            <a:ext cx="317268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 cap="all" spc="150" baseline="0"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609335-1F87-70E4-0838-F95C2FA5C48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9266713" y="6356350"/>
            <a:ext cx="206653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800" cap="all" spc="150" baseline="0"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9/2/2026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5FAB93-4483-398A-C3CE-C11E1460DD0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15104" y="6356350"/>
            <a:ext cx="491834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800" cap="all" spc="150" baseline="0"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66aa062bf54a9f"/>
    <p:sldLayoutId xmlns:r="http://schemas.openxmlformats.org/officeDocument/2006/relationships" id="2147483650" r:id="R2945a05f7cef4687"/>
    <p:sldLayoutId xmlns:r="http://schemas.openxmlformats.org/officeDocument/2006/relationships" id="2147483651" r:id="R50331f7aa4ff40c8"/>
    <p:sldLayoutId xmlns:r="http://schemas.openxmlformats.org/officeDocument/2006/relationships" id="2147483652" r:id="Ref2ba0a52f564166"/>
    <p:sldLayoutId xmlns:r="http://schemas.openxmlformats.org/officeDocument/2006/relationships" id="2147483653" r:id="R2ec513f2d1a54c2a"/>
    <p:sldLayoutId xmlns:r="http://schemas.openxmlformats.org/officeDocument/2006/relationships" id="2147483654" r:id="Re39e728665ed407e"/>
    <p:sldLayoutId xmlns:r="http://schemas.openxmlformats.org/officeDocument/2006/relationships" id="2147483655" r:id="Ra37409f9307f4854"/>
    <p:sldLayoutId xmlns:r="http://schemas.openxmlformats.org/officeDocument/2006/relationships" id="2147483656" r:id="R301ae32dfaf94a18"/>
    <p:sldLayoutId xmlns:r="http://schemas.openxmlformats.org/officeDocument/2006/relationships" id="2147483657" r:id="R9661db9e07aa464a"/>
    <p:sldLayoutId xmlns:r="http://schemas.openxmlformats.org/officeDocument/2006/relationships" id="2147483658" r:id="R98f5d32128234e7e"/>
    <p:sldLayoutId xmlns:r="http://schemas.openxmlformats.org/officeDocument/2006/relationships" id="2147483659" r:id="Re12c058d55684f66"/>
    <p:sldLayoutId xmlns:r="http://schemas.openxmlformats.org/officeDocument/2006/relationships" id="2147483660" r:id="R7b43acf874c140a7"/>
    <p:sldLayoutId xmlns:r="http://schemas.openxmlformats.org/officeDocument/2006/relationships" id="2147483661" r:id="R46ab0c838f004fdb"/>
    <p:sldLayoutId xmlns:r="http://schemas.openxmlformats.org/officeDocument/2006/relationships" id="2147483662" r:id="R93afa34f5ed44d92"/>
    <p:sldLayoutId xmlns:r="http://schemas.openxmlformats.org/officeDocument/2006/relationships" id="2147483663" r:id="Rc054aa21a9b4429d"/>
    <p:sldLayoutId xmlns:r="http://schemas.openxmlformats.org/officeDocument/2006/relationships" id="2147483664" r:id="Rf6000843d6ac4b34"/>
    <p:sldLayoutId xmlns:r="http://schemas.openxmlformats.org/officeDocument/2006/relationships" id="2147483665" r:id="R1797abbf80974e70"/>
    <p:sldLayoutId xmlns:r="http://schemas.openxmlformats.org/officeDocument/2006/relationships" id="2147483666" r:id="R8fa0e636279c4e7d"/>
    <p:sldLayoutId xmlns:r="http://schemas.openxmlformats.org/officeDocument/2006/relationships" id="2147483667" r:id="R4f0cef90b29d484a"/>
    <p:sldLayoutId xmlns:r="http://schemas.openxmlformats.org/officeDocument/2006/relationships" id="2147483668" r:id="Ra53f899c71ad4c7b"/>
    <p:sldLayoutId xmlns:r="http://schemas.openxmlformats.org/officeDocument/2006/relationships" id="2147483669" r:id="R8060ac39dd2b4da1"/>
    <p:sldLayoutId xmlns:r="http://schemas.openxmlformats.org/officeDocument/2006/relationships" id="2147483670" r:id="R41dbb7fb86534657"/>
    <p:sldLayoutId xmlns:r="http://schemas.openxmlformats.org/officeDocument/2006/relationships" id="2147483671" r:id="R8b322868c83c4b9d"/>
    <p:sldLayoutId xmlns:r="http://schemas.openxmlformats.org/officeDocument/2006/relationships" id="2147483672" r:id="R39c064eedc294d76"/>
    <p:sldLayoutId xmlns:r="http://schemas.openxmlformats.org/officeDocument/2006/relationships" id="2147483673" r:id="R600d4027932c4239"/>
    <p:sldLayoutId xmlns:r="http://schemas.openxmlformats.org/officeDocument/2006/relationships" id="2147483674" r:id="R8c3b92f342fc48d3"/>
    <p:sldLayoutId xmlns:r="http://schemas.openxmlformats.org/officeDocument/2006/relationships" id="2147483675" r:id="R05a1179f4cf2499e"/>
    <p:sldLayoutId xmlns:r="http://schemas.openxmlformats.org/officeDocument/2006/relationships" id="2147483676" r:id="R9ae26ba60f2f465f"/>
    <p:sldLayoutId xmlns:r="http://schemas.openxmlformats.org/officeDocument/2006/relationships" id="2147483677" r:id="Rfbca157990234acb"/>
  </p:sldLayoutIdLst>
  <p:txStyles>
    <p:titleStyle>
      <a:lvl1pPr xmlns:a="http://schemas.openxmlformats.org/drawingml/2006/main" algn="l" defTabSz="914400">
        <a:lnSpc>
          <a:spcPct val="55000"/>
        </a:lnSpc>
        <a:spcBef>
          <a:spcPct val="0"/>
        </a:spcBef>
        <a:buNone/>
        <a:defRPr sz="4400" b="1" kern="1200" spc="-30" baseline="0">
          <a:solidFill>
            <a:schemeClr val="tx2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120000"/>
        </a:lnSpc>
        <a:spcBef>
          <a:spcPts val="1000"/>
        </a:spcBef>
        <a:buFont typeface="Arial"/>
        <a:buChar char="•"/>
        <a:defRPr sz="1400" kern="1200">
          <a:solidFill>
            <a:schemeClr val="tx2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2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2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2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2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F26B43"/>
          </p15:clr>
        </p15:guide>
        <p15:guide id="2" pos="3624">
          <p15:clr>
            <a:srgbClr xmlns:a="http://schemas.openxmlformats.org/drawingml/2006/main" val="F26B43"/>
          </p15:clr>
        </p15:guide>
        <p15:guide id="3" pos="3288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ias de Escola">
  <a:themeElements>
    <a:clrScheme name="Custom 1">
      <a:dk1>
        <a:srgbClr val="000000"/>
      </a:dk1>
      <a:lt1>
        <a:srgbClr val="FFFFFF"/>
      </a:lt1>
      <a:dk2>
        <a:srgbClr val="2C3431"/>
      </a:dk2>
      <a:lt2>
        <a:srgbClr val="F7F5F1"/>
      </a:lt2>
      <a:accent1>
        <a:srgbClr val="D0805C"/>
      </a:accent1>
      <a:accent2>
        <a:srgbClr val="CD972B"/>
      </a:accent2>
      <a:accent3>
        <a:srgbClr val="568A80"/>
      </a:accent3>
      <a:accent4>
        <a:srgbClr val="9FA757"/>
      </a:accent4>
      <a:accent5>
        <a:srgbClr val="78A080"/>
      </a:accent5>
      <a:accent6>
        <a:srgbClr val="93A3C5"/>
      </a:accent6>
      <a:hlink>
        <a:srgbClr val="CB6D48"/>
      </a:hlink>
      <a:folHlink>
        <a:srgbClr val="568A80"/>
      </a:folHlink>
    </a:clrScheme>
    <a:fontScheme name="Custom 1">
      <a:majorFont>
        <a:latin typeface="JasmineUPC"/>
        <a:ea typeface=""/>
        <a:cs typeface=""/>
      </a:majorFont>
      <a:minorFont>
        <a:latin typeface="Raleway"/>
        <a:ea typeface=""/>
        <a:cs typeface=""/>
      </a:minorFont>
    </a:fontScheme>
    <a:fmtScheme name="Custom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8.xml" Id="R44ac202fa0f24d9d" /><Relationship Type="http://schemas.openxmlformats.org/officeDocument/2006/relationships/notesSlide" Target="/ppt/notesSlides/notesSlide1.xml" Id="R5ae1873ca5b448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774146c3047c4477" /><Relationship Type="http://schemas.openxmlformats.org/officeDocument/2006/relationships/notesSlide" Target="/ppt/notesSlides/notesSlide2.xml" Id="R4b71101afc1944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a2aaaa7db2284ea3" /><Relationship Type="http://schemas.openxmlformats.org/officeDocument/2006/relationships/notesSlide" Target="/ppt/notesSlides/notesSlide3.xml" Id="Re1563af1138047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ae330ef5021c480b" /><Relationship Type="http://schemas.openxmlformats.org/officeDocument/2006/relationships/image" Target="/ppt/media/image.png" Id="Ra9fc5e668043415e" /><Relationship Type="http://schemas.openxmlformats.org/officeDocument/2006/relationships/notesSlide" Target="/ppt/notesSlides/notesSlide4.xml" Id="R415a0c0a5a2849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6190698d884c44aa" /><Relationship Type="http://schemas.openxmlformats.org/officeDocument/2006/relationships/chart" Target="/ppt/slides/charts/chart1.xml" Id="R26515dca519f4c94" /><Relationship Type="http://schemas.openxmlformats.org/officeDocument/2006/relationships/notesSlide" Target="/ppt/notesSlides/notesSlide5.xml" Id="R598b277ec5e348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e3356472db6640eb" /><Relationship Type="http://schemas.openxmlformats.org/officeDocument/2006/relationships/image" Target="/ppt/media/image2.png" Id="R3d5b20c5a40e44ca" /><Relationship Type="http://schemas.openxmlformats.org/officeDocument/2006/relationships/notesSlide" Target="/ppt/notesSlides/notesSlide6.xml" Id="Rc5d0ff9ffcad49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2d7c2cb54b974a74" /><Relationship Type="http://schemas.openxmlformats.org/officeDocument/2006/relationships/notesSlide" Target="/ppt/notesSlides/notesSlide7.xml" Id="R08e403a8ea0d47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e7c3bb09516644d7" /><Relationship Type="http://schemas.openxmlformats.org/officeDocument/2006/relationships/image" Target="/ppt/media/image3.png" Id="Rbe918652318d4b25" /><Relationship Type="http://schemas.openxmlformats.org/officeDocument/2006/relationships/image" Target="/ppt/media/image4.png" Id="R0a84598ff7c24da0" /><Relationship Type="http://schemas.openxmlformats.org/officeDocument/2006/relationships/notesSlide" Target="/ppt/notesSlides/notesSlide8.xml" Id="Rac709abf1f1144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f3058b74de84466c" /><Relationship Type="http://schemas.openxmlformats.org/officeDocument/2006/relationships/image" Target="/ppt/media/image5.png" Id="R99843efea2074a7d" /><Relationship Type="http://schemas.openxmlformats.org/officeDocument/2006/relationships/notesSlide" Target="/ppt/notesSlides/notesSlide9.xml" Id="R29d3ed62f7784c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526f22a0cda441a1" /><Relationship Type="http://schemas.openxmlformats.org/officeDocument/2006/relationships/notesSlide" Target="/ppt/notesSlides/notesSlide10.xml" Id="Ra1586e7a6c9d48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16129f7390274cc8" /><Relationship Type="http://schemas.openxmlformats.org/officeDocument/2006/relationships/image" Target="/ppt/media/image6.png" Id="R3ac8fb768df94821" /><Relationship Type="http://schemas.openxmlformats.org/officeDocument/2006/relationships/notesSlide" Target="/ppt/notesSlides/notesSlide11.xml" Id="R684993e312f4478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2bd73d56b5464cad" /><Relationship Type="http://schemas.openxmlformats.org/officeDocument/2006/relationships/notesSlide" Target="/ppt/notesSlides/notesSlide12.xml" Id="Rf5e5b365cb6f49c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90381f8c64a44ed7" /><Relationship Type="http://schemas.openxmlformats.org/officeDocument/2006/relationships/notesSlide" Target="/ppt/notesSlides/notesSlide13.xml" Id="Raed2409ff8b246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8b991435e6214a6d" /><Relationship Type="http://schemas.openxmlformats.org/officeDocument/2006/relationships/notesSlide" Target="/ppt/notesSlides/notesSlide14.xml" Id="R85165ed0106148a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2e8f0d96e8f64cc2" /><Relationship Type="http://schemas.openxmlformats.org/officeDocument/2006/relationships/chart" Target="/ppt/slides/charts/chart2.xml" Id="R798f3295b2b24a0f" /><Relationship Type="http://schemas.openxmlformats.org/officeDocument/2006/relationships/notesSlide" Target="/ppt/notesSlides/notesSlide15.xml" Id="R71ee17c9c61c4dd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3f19144dc4b04023" /><Relationship Type="http://schemas.openxmlformats.org/officeDocument/2006/relationships/notesSlide" Target="/ppt/notesSlides/notesSlide16.xml" Id="Re4411b42bd764639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87909C"/>
                </a:solidFill>
              </a:rPr>
              <a:t>Variáveis mais utilizadas pelo LightGBM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87909C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importância</c:v>
          </c:tx>
          <c:spPr>
            <a:solidFill xmlns:a="http://schemas.openxmlformats.org/drawingml/2006/main">
              <a:srgbClr val="B45D22"/>
            </a:solidFill>
          </c:spPr>
          <c:cat>
            <c:strLit>
              <c:ptCount val="8"/>
              <c:pt idx="0">
                <c:v>semana do ano</c:v>
              </c:pt>
              <c:pt idx="1">
                <c:v>desvio 7d</c:v>
              </c:pt>
              <c:pt idx="2">
                <c:v>dia da semana</c:v>
              </c:pt>
              <c:pt idx="3">
                <c:v>preço relativo</c:v>
              </c:pt>
              <c:pt idx="4">
                <c:v>média 28d</c:v>
              </c:pt>
              <c:pt idx="5">
                <c:v>tempo transcorrido</c:v>
              </c:pt>
              <c:pt idx="6">
                <c:v>desvio 28d</c:v>
              </c:pt>
              <c:pt idx="7">
                <c:v>dia do mês</c:v>
              </c:pt>
            </c:strLit>
          </c:cat>
          <c:val>
            <c:numLit>
              <c:formatCode>General</c:formatCode>
              <c:ptCount val="8"/>
              <c:pt idx="0">
                <c:v>739</c:v>
              </c:pt>
              <c:pt idx="1">
                <c:v>905</c:v>
              </c:pt>
              <c:pt idx="2">
                <c:v>1002</c:v>
              </c:pt>
              <c:pt idx="3">
                <c:v>1150</c:v>
              </c:pt>
              <c:pt idx="4">
                <c:v>1166</c:v>
              </c:pt>
              <c:pt idx="5">
                <c:v>1424</c:v>
              </c:pt>
              <c:pt idx="6">
                <c:v>1439</c:v>
              </c:pt>
              <c:pt idx="7">
                <c:v>1493</c:v>
              </c:pt>
            </c:numLit>
          </c:val>
        </c:ser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4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importância no modelo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1F232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1F2328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87909C"/>
                </a:solidFill>
              </a:rPr>
              <a:t>Cobertura realizada em 7 ciclos avaliáveis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87909C"/>
              </a:solidFill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quantil empírico</c:v>
          </c:tx>
          <c:spPr>
            <a:solidFill xmlns:a="http://schemas.openxmlformats.org/drawingml/2006/main">
              <a:srgbClr val="B45D22"/>
            </a:solidFill>
          </c:spPr>
          <c:cat>
            <c:strLit>
              <c:ptCount val="3"/>
              <c:pt idx="0">
                <c:v>90%</c:v>
              </c:pt>
              <c:pt idx="1">
                <c:v>95%</c:v>
              </c:pt>
              <c:pt idx="2">
                <c:v>99%</c:v>
              </c:pt>
            </c:strLit>
          </c:cat>
          <c:val>
            <c:numLit>
              <c:formatCode>0%</c:formatCode>
              <c:ptCount val="3"/>
              <c:pt idx="0">
                <c:v>0.821</c:v>
              </c:pt>
              <c:pt idx="1">
                <c:v>0.839</c:v>
              </c:pt>
              <c:pt idx="2">
                <c:v>0.839</c:v>
              </c:pt>
            </c:numLit>
          </c:val>
        </c:ser>
        <c:ser>
          <c:idx val="1"/>
          <c:order val="1"/>
          <c:tx>
            <c:v>aprox. normal</c:v>
          </c:tx>
          <c:spPr>
            <a:solidFill xmlns:a="http://schemas.openxmlformats.org/drawingml/2006/main">
              <a:srgbClr val="C5C6CC"/>
            </a:solidFill>
          </c:spPr>
          <c:cat>
            <c:strLit>
              <c:ptCount val="3"/>
              <c:pt idx="0">
                <c:v>90%</c:v>
              </c:pt>
              <c:pt idx="1">
                <c:v>95%</c:v>
              </c:pt>
              <c:pt idx="2">
                <c:v>99%</c:v>
              </c:pt>
            </c:strLit>
          </c:cat>
          <c:val>
            <c:numLit>
              <c:formatCode>0%</c:formatCode>
              <c:ptCount val="3"/>
              <c:pt idx="0">
                <c:v>0.821</c:v>
              </c:pt>
              <c:pt idx="1">
                <c:v>0.875</c:v>
              </c:pt>
              <c:pt idx="2">
                <c:v>0.946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nível de serviço nominal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87909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F232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4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cobertura realizada</a:t>
                </a:r>
              </a:p>
            </c:rich>
          </c:tx>
          <c:overlay val="0"/>
        </c:title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F2328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1F2328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2471F2-9DAF-4A10-8D74-EE7B88C0CE0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square" anchor="b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Previsão</a:t>
            </a: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demanda</a:t>
            </a: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e </a:t>
            </a: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política</a:t>
            </a: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reposição</a:t>
            </a: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para </a:t>
            </a: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máquinas</a:t>
            </a:r>
            <a:r>
              <a:rPr sz="40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café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406B65-6732-4B09-BE45-18C15DD7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116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8F1EE46-5671-4642-85BF-5E1C8F8D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74283"/>
            <a:ext cx="105156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600"/>
              </a:spcAft>
              <a:buNone/>
            </a:pPr>
            <a:r>
              <a:rPr sz="1200" b="0">
                <a:solidFill>
                  <a:schemeClr val="bg2">
                    <a:lumMod val="25000"/>
                  </a:schemeClr>
                </a:solidFill>
                <a:latin typeface="Segoe UI"/>
                <a:ea typeface="Segoe UI"/>
                <a:cs typeface="Segoe UI"/>
              </a:rPr>
              <a:t>Dataset público Coffee Sales · mar/2024 – mar/2025 · 3.636 transações · 8 produtos</a:t>
            </a:r>
            <a:endParaRPr sz="1200" b="0">
              <a:solidFill>
                <a:schemeClr val="bg2">
                  <a:lumMod val="25000"/>
                </a:schemeClr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7814509-F5B7-4931-ACE0-45A0B456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10058400" cy="3718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6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PREVISÃO DE DEMANDA · POLÍTICA DE REPOSIÇÃO</a:t>
            </a:r>
          </a:p>
        </p:txBody>
      </p:sp>
    </p:spTree>
    <p:extLst>
      <p:ext uri="{BB962C8B-B14F-4D97-AF65-F5344CB8AC3E}">
        <p14:creationId xmlns:p14="http://schemas.microsoft.com/office/powerpoint/2010/main" val="82131169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42DD57-A802-4337-A273-08A9824F26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6072" y="532269"/>
            <a:ext cx="11247120" cy="526026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A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reposição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é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decidida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sem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previsão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, com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custo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nos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dois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sentidos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do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erro</a:t>
            </a:r>
            <a:endParaRPr sz="21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3A73EB3-D53C-43FD-AE69-CF9319A98355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1 · CONTEXTUALIZAÇÃO DO PROBLEMA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CBF58CF-E0B9-4D0E-9516-E5705229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" y="1664110"/>
            <a:ext cx="11247120" cy="30564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Decisão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quantas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unidades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cada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um dos 8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produtos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carregar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máquina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a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cada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ciclo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reabastecimento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(7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dias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).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Ruptura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item indisponível pode gerar venda perdida e reduzir o nível de serviço da operação.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Excesso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estoque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acima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da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necessidade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imobiliza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capital 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descarta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produto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perecível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Escopo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uma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máquina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neste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estudo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; o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desenho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se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estende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a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uma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frota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D4ED492-05C1-4F19-BAAD-94CCE02C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74920"/>
            <a:ext cx="3810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2CB6D5-D85D-4642-B06B-92515983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5134611"/>
            <a:ext cx="11100816" cy="93217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Objetivo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Estabelecer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um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nível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serviço-alvo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(95%) e um estoque de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segurança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calibrado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pelo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erro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previsão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medido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em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um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processo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reproduzível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9094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CEC741-EC26-492F-B565-E36E426081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417871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Previsão para reposição, com três famílias de modelo avaliadas sob o mesmo protocolo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FEE8413-BC53-4E38-9BBC-CB88562F3289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2 · AVALIAÇÃO DE ALTERNATIVAS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0AB781B-43C2-4607-81F2-E6A831D0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627"/>
            <a:ext cx="11247120" cy="186512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Recorte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adotado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decisão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operacional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recorrente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com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custo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nos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dois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sentidos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e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generalização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para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frota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Recortes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descartados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elasticidade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preço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(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reajustes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confundidos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com o tempo);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recomendação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produto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(cesta de item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único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);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detecção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anomalia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(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poucos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rótulos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).</a:t>
            </a:r>
          </a:p>
        </p:txBody>
      </p:sp>
      <p:graphicFrame>
        <p:nvGraphicFramePr>
          <p:cNvPr id="12" name="Table 4"/>
          <p:cNvGraphicFramePr/>
          <p:nvPr/>
        </p:nvGraphicFramePr>
        <p:xfrm>
          <a:off xmlns:a="http://schemas.openxmlformats.org/drawingml/2006/main" x="502920" y="3429000"/>
          <a:ext xmlns:a="http://schemas.openxmlformats.org/drawingml/2006/main" cx="11155680" cy="1612773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420624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Família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Base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Limitação neste contexto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Estatística clássica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(ARIMA, ETS)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estima tendência e sazonalidade da própria série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pressupõe estrutura; sensível a contagem intermitente e a série curta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Aprendizado de máquina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(LightGBM)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usa calendário, histórico e preço como atributos; um modelo para várias séries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extrapolação de tendência limitada; amostra pequena em uma máquina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Baselines</a:t>
                      </a:r>
                    </a:p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(seasonal-naive, Croston, TSB)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regra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 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fixa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 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sobre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 o histórico 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recente</a:t>
                      </a:r>
                      <a:endParaRPr sz="1050" b="0">
                        <a:solidFill>
                          <a:srgbClr val="1F2328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não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 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incorporam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 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calendário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 nem </a:t>
                      </a: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preço</a:t>
                      </a:r>
                      <a:endParaRPr sz="1050" b="0">
                        <a:solidFill>
                          <a:srgbClr val="1F2328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B6CA582-0AD3-4EC6-943F-810B6745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23560"/>
            <a:ext cx="381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800"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73D2BCE-8263-4E3A-8558-5261BBD5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5809110"/>
            <a:ext cx="11009376" cy="3604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As três famílias são avaliadas no mesmo backtest, com a mesma métrica de decisão.</a:t>
            </a:r>
          </a:p>
        </p:txBody>
      </p:sp>
    </p:spTree>
    <p:extLst>
      <p:ext uri="{BB962C8B-B14F-4D97-AF65-F5344CB8AC3E}">
        <p14:creationId xmlns:p14="http://schemas.microsoft.com/office/powerpoint/2010/main" val="146662113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25703F-C928-46E8-9E97-3C9C1B4F4F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811161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O volume varia ao longo do tempo e cinco produtos concentram 82% das vendas</a:t>
            </a:r>
            <a:endParaRPr sz="21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EC2113A-C051-493A-AE51-6A7842926E09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3 · DESENVOLVIMENTO · EXPLORAÇÃO DOS DADOS</a:t>
            </a: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c5e66804341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" y="1874519"/>
            <a:ext cx="7406640" cy="3871727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BE13D56-64AD-470F-8F85-CE624E42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62660"/>
            <a:ext cx="4023360" cy="34271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Hora do dia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o maior volume ocorre por volta das 10h.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Variação mensal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o volume muda entre os meses; 13 meses ainda não confirmam uma sazonalidade anual.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Dias da semana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o volume é semelhante nos dias úteis e menor no fim de semana.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Concentração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5 dos 8 produtos respondem por aproximadamente 82% do volume.</a:t>
            </a:r>
          </a:p>
        </p:txBody>
      </p:sp>
    </p:spTree>
    <p:extLst>
      <p:ext uri="{BB962C8B-B14F-4D97-AF65-F5344CB8AC3E}">
        <p14:creationId xmlns:p14="http://schemas.microsoft.com/office/powerpoint/2010/main" val="112820613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D4CE45-B6C6-4FDC-A736-69A56E8D0E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830826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Os dados são validados, consolidados e transformados antes da modelagem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FBD3C6A-02E3-43EC-9067-467AD99E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" y="1508760"/>
            <a:ext cx="4861560" cy="117683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Validação e limpeza</a:t>
            </a:r>
            <a:endParaRPr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9 regras verificam esquema, campos obrigatórios, datas, preços, pagamentos e duplicidades. Inconsistências críticas interrompem o pipeline.</a:t>
            </a:r>
          </a:p>
        </p:txBody>
      </p:sp>
      <p:graphicFrame>
        <p:nvGraphicFramePr>
          <p:cNvPr id="17" name="Table 4"/>
          <p:cNvGraphicFramePr/>
          <p:nvPr/>
        </p:nvGraphicFramePr>
        <p:xfrm>
          <a:off xmlns:a="http://schemas.openxmlformats.org/drawingml/2006/main" x="502920" y="3313471"/>
          <a:ext xmlns:a="http://schemas.openxmlformats.org/drawingml/2006/main" cx="6597199" cy="1662127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07402"/>
                <a:gridCol w="5189797"/>
              </a:tblGrid>
              <a:tr h="31161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Grupo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O que foi calculado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</a:tr>
              <a:tr h="31161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Calendário (7)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dia da semana, fim de semana, mês, semana, dia do mês, feriado e tempo transcorrido</a:t>
                      </a:r>
                      <a:endParaRPr sz="1050" b="0">
                        <a:solidFill>
                          <a:srgbClr val="1F2328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4599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Histórico (9)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vendas defasadas; mesmo dia da semana; médias e desvios móveis de 7 e 28 dias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161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Preço (2)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preço médio e preço relativo à média recente</a:t>
                      </a:r>
                      <a:endParaRPr sz="1050" b="0">
                        <a:solidFill>
                          <a:srgbClr val="1F2328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1614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5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Produto (1)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5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identificação categórica do tipo de café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4EEEAD3-E6B4-4A58-AA47-57EB267F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23560"/>
            <a:ext cx="381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48CD21-6C34-41A3-B086-36B41136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3" y="5792375"/>
            <a:ext cx="10825021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19 variáveis explicativas: 7 de calendário, 9 do histórico de vendas, 2 de preço e 1 de identificação do produto.</a:t>
            </a:r>
          </a:p>
        </p:txBody>
      </p:sp>
      <p:sp>
        <p:nvSpPr>
          <p:cNvPr id="10" name="TextBox 3">
            <a:extLst xmlns:a="http://schemas.openxmlformats.org/drawingml/2006/main">
              <a:ext uri="{FF2B5EF4-FFF2-40B4-BE49-F238E27FC236}">
                <a16:creationId xmlns:a16="http://schemas.microsoft.com/office/drawing/2014/main" id="{7953B86C-8822-5777-B5FD-231388DD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08760"/>
            <a:ext cx="5815781" cy="9610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Preparação da demanda</a:t>
            </a:r>
            <a:endParaRPr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transações são consolidadas por dia e produto; dias sem venda são preenchidos com demanda zero.</a:t>
            </a:r>
          </a:p>
        </p:txBody>
      </p:sp>
      <p:sp>
        <p:nvSpPr>
          <p:cNvPr id="12" name="Section label corrected">
            <a:extLst xmlns:a="http://schemas.openxmlformats.org/drawingml/2006/main">
              <a:ext uri="{FF2B5EF4-FFF2-40B4-BE49-F238E27FC236}">
                <a16:creationId xmlns:a16="http://schemas.microsoft.com/office/drawing/2014/main" id="{54936CCC-55C3-43F7-AB9F-D2DF3DDA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2875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A85824"/>
                </a:solidFill>
                <a:latin typeface="Segoe UI"/>
                <a:ea typeface="Segoe UI"/>
                <a:cs typeface="Segoe UI"/>
              </a:defRPr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3 · DESENVOLVIMENTO · PREPARAÇÃO E VARIÁVEIS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207091" y="2892743"/>
          <a:ext xmlns:a="http://schemas.openxmlformats.org/drawingml/2006/main" cx="4706684" cy="2800636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515dca519f4c94"/>
          </a:graphicData>
        </a:graphic>
      </p:graphicFrame>
    </p:spTree>
    <p:extLst>
      <p:ext uri="{BB962C8B-B14F-4D97-AF65-F5344CB8AC3E}">
        <p14:creationId xmlns:p14="http://schemas.microsoft.com/office/powerpoint/2010/main" val="55055447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0A3825-9A98-4229-BE10-706E0C3AE7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470293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O backtest simula decisões reais: aprende com o passado e prevê o ciclo seguinte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4F5C001-FF04-42C9-8553-12DE8499B076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3 · DESENVOLVIMENTO · PROTOCOLO EXPERIMENTAL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57DE9CB-66E8-49AD-A0B2-BE82B853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484" y="3678722"/>
            <a:ext cx="3351325" cy="23045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Métrica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primária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WAPE = erro absoluto total ÷ demanda total. É comparável entre produtos e alinhado ao volume a repor; MAE, RMSE, viés e cobertura ficam como diagnósticos.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Referência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desempenho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seasonal-naive e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média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móvel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; para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demanda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intermitente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Croston e TSB.</a:t>
            </a:r>
          </a:p>
        </p:txBody>
      </p:sp>
      <p:pic>
        <p:nvPicPr>
          <p:cNvPr id="1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5b20c5a40e44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2191" y="2081675"/>
            <a:ext cx="7205570" cy="2799182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DC528C-82FA-4541-90B3-70EFD696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03504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600"/>
              </a:spcAft>
              <a:buNone/>
            </a:pPr>
            <a:r>
              <a:rPr sz="85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Referências: Tashman (2000); Hyndman &amp; Athanasopoulos, Forecasting: Principles and Practice; Croston (1972); Teunter, Syntetos &amp; Babai (2011).</a:t>
            </a:r>
          </a:p>
        </p:txBody>
      </p:sp>
      <p:sp>
        <p:nvSpPr>
          <p:cNvPr id="8" name="TextBox 3">
            <a:extLst xmlns:a="http://schemas.openxmlformats.org/drawingml/2006/main">
              <a:ext uri="{FF2B5EF4-FFF2-40B4-BE49-F238E27FC236}">
                <a16:creationId xmlns:a16="http://schemas.microsoft.com/office/drawing/2014/main" id="{A66BACC7-9E86-0C75-0A0F-C1730C4D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484" y="1173968"/>
            <a:ext cx="3351325" cy="23072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Por que origem móvel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preserva a ordem temporal e repete o uso em produção: histórico disponível → próximos 7 dias.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Por que separar o holdout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6 janelas ajustam e selecionam; as 2 mais recentes ficam intocadas para uma avaliação final menos otimista.</a:t>
            </a:r>
          </a:p>
        </p:txBody>
      </p:sp>
    </p:spTree>
    <p:extLst>
      <p:ext uri="{BB962C8B-B14F-4D97-AF65-F5344CB8AC3E}">
        <p14:creationId xmlns:p14="http://schemas.microsoft.com/office/powerpoint/2010/main" val="158575193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170C0DB-D5AE-4B04-A658-6AD43B1882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557801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A variável resposta é a demanda diária em unidades; cada campo original tem uma função</a:t>
            </a:r>
            <a:endParaRPr sz="21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01" name="Etapa 01">
            <a:extLst xmlns:a="http://schemas.openxmlformats.org/drawingml/2006/main">
              <a:ext uri="{FF2B5EF4-FFF2-40B4-BE49-F238E27FC236}">
                <a16:creationId xmlns:a16="http://schemas.microsoft.com/office/drawing/2014/main" id="{B1B97A1E-F5EC-4226-8B6F-2CDC6B77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1629"/>
            <a:ext cx="1690000" cy="112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FD7"/>
            </a:solidFill>
          </a:ln>
        </p:spPr>
        <p:txBody>
          <a:bodyPr xmlns:a="http://schemas.openxmlformats.org/drawingml/2006/main" wrap="square" lIns="118872" tIns="91440" rIns="118872" bIns="91440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 spc="120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01</a:t>
            </a:r>
          </a:p>
          <a:p xmlns:a="http://schemas.openxmlformats.org/drawingml/2006/main">
            <a:pPr algn="ctr">
              <a:spcAft>
                <a:spcPts val="300"/>
              </a:spcAft>
              <a:buNone/>
            </a:pPr>
            <a:r>
              <a:rPr sz="1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datetime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9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data e variáveis de calendário</a:t>
            </a:r>
          </a:p>
        </p:txBody>
      </p:sp>
      <p:sp>
        <p:nvSpPr>
          <p:cNvPr id="102" name="Seta 01">
            <a:extLst xmlns:a="http://schemas.openxmlformats.org/drawingml/2006/main">
              <a:ext uri="{FF2B5EF4-FFF2-40B4-BE49-F238E27FC236}">
                <a16:creationId xmlns:a16="http://schemas.microsoft.com/office/drawing/2014/main" id="{D29FA79A-0023-4C8B-B969-6E6FA6E3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85208" y="2556629"/>
            <a:ext cx="110000" cy="1100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/>
          </a:p>
        </p:txBody>
      </p:sp>
      <p:sp>
        <p:nvSpPr>
          <p:cNvPr id="103" name="Etapa 02">
            <a:extLst xmlns:a="http://schemas.openxmlformats.org/drawingml/2006/main">
              <a:ext uri="{FF2B5EF4-FFF2-40B4-BE49-F238E27FC236}">
                <a16:creationId xmlns:a16="http://schemas.microsoft.com/office/drawing/2014/main" id="{5360664B-460F-4E72-A22F-32325122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776" y="2051629"/>
            <a:ext cx="1690000" cy="112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FD7"/>
            </a:solidFill>
          </a:ln>
        </p:spPr>
        <p:txBody>
          <a:bodyPr xmlns:a="http://schemas.openxmlformats.org/drawingml/2006/main" wrap="square" lIns="118872" tIns="91440" rIns="118872" bIns="91440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 spc="120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02</a:t>
            </a:r>
          </a:p>
          <a:p xmlns:a="http://schemas.openxmlformats.org/drawingml/2006/main">
            <a:pPr algn="ctr">
              <a:spcAft>
                <a:spcPts val="300"/>
              </a:spcAft>
              <a:buNone/>
            </a:pPr>
            <a:r>
              <a:rPr sz="1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coffee_name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9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identificação do produto</a:t>
            </a:r>
          </a:p>
        </p:txBody>
      </p:sp>
      <p:sp>
        <p:nvSpPr>
          <p:cNvPr id="104" name="Seta 02">
            <a:extLst xmlns:a="http://schemas.openxmlformats.org/drawingml/2006/main">
              <a:ext uri="{FF2B5EF4-FFF2-40B4-BE49-F238E27FC236}">
                <a16:creationId xmlns:a16="http://schemas.microsoft.com/office/drawing/2014/main" id="{17503B70-68B2-461B-B63D-194C10CC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78344" y="2556629"/>
            <a:ext cx="110000" cy="1100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/>
          </a:p>
        </p:txBody>
      </p:sp>
      <p:sp>
        <p:nvSpPr>
          <p:cNvPr id="105" name="Etapa 03">
            <a:extLst xmlns:a="http://schemas.openxmlformats.org/drawingml/2006/main">
              <a:ext uri="{FF2B5EF4-FFF2-40B4-BE49-F238E27FC236}">
                <a16:creationId xmlns:a16="http://schemas.microsoft.com/office/drawing/2014/main" id="{473028DD-C8BD-4A10-BD05-F82FD1FF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912" y="2051629"/>
            <a:ext cx="1690000" cy="112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FD7"/>
            </a:solidFill>
          </a:ln>
        </p:spPr>
        <p:txBody>
          <a:bodyPr xmlns:a="http://schemas.openxmlformats.org/drawingml/2006/main" wrap="square" lIns="118872" tIns="91440" rIns="118872" bIns="91440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 spc="120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03</a:t>
            </a:r>
          </a:p>
          <a:p xmlns:a="http://schemas.openxmlformats.org/drawingml/2006/main">
            <a:pPr algn="ctr">
              <a:spcAft>
                <a:spcPts val="300"/>
              </a:spcAft>
              <a:buNone/>
            </a:pPr>
            <a:r>
              <a:rPr sz="1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money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9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preço médio e relativo</a:t>
            </a:r>
          </a:p>
        </p:txBody>
      </p:sp>
      <p:sp>
        <p:nvSpPr>
          <p:cNvPr id="106" name="Seta 03">
            <a:extLst xmlns:a="http://schemas.openxmlformats.org/drawingml/2006/main">
              <a:ext uri="{FF2B5EF4-FFF2-40B4-BE49-F238E27FC236}">
                <a16:creationId xmlns:a16="http://schemas.microsoft.com/office/drawing/2014/main" id="{F35C0712-193D-4590-A5C5-F12A729A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71480" y="2556629"/>
            <a:ext cx="110000" cy="1100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/>
          </a:p>
        </p:txBody>
      </p:sp>
      <p:sp>
        <p:nvSpPr>
          <p:cNvPr id="107" name="Etapa 04">
            <a:extLst xmlns:a="http://schemas.openxmlformats.org/drawingml/2006/main">
              <a:ext uri="{FF2B5EF4-FFF2-40B4-BE49-F238E27FC236}">
                <a16:creationId xmlns:a16="http://schemas.microsoft.com/office/drawing/2014/main" id="{D015DB9C-D278-4727-98BF-BC2F1930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8048" y="2051629"/>
            <a:ext cx="1690000" cy="112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FD7"/>
            </a:solidFill>
          </a:ln>
        </p:spPr>
        <p:txBody>
          <a:bodyPr xmlns:a="http://schemas.openxmlformats.org/drawingml/2006/main" wrap="square" lIns="118872" tIns="91440" rIns="118872" bIns="91440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 spc="120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04</a:t>
            </a:r>
          </a:p>
          <a:p xmlns:a="http://schemas.openxmlformats.org/drawingml/2006/main">
            <a:pPr algn="ctr">
              <a:spcAft>
                <a:spcPts val="300"/>
              </a:spcAft>
              <a:buNone/>
            </a:pPr>
            <a:r>
              <a:rPr sz="1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cash_type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9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qualidade e descrição</a:t>
            </a:r>
          </a:p>
        </p:txBody>
      </p:sp>
      <p:sp>
        <p:nvSpPr>
          <p:cNvPr id="108" name="Seta 04">
            <a:extLst xmlns:a="http://schemas.openxmlformats.org/drawingml/2006/main">
              <a:ext uri="{FF2B5EF4-FFF2-40B4-BE49-F238E27FC236}">
                <a16:creationId xmlns:a16="http://schemas.microsoft.com/office/drawing/2014/main" id="{018E4379-EF20-43AA-AEDA-342FA3A6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964616" y="2556629"/>
            <a:ext cx="110000" cy="1100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/>
          </a:p>
        </p:txBody>
      </p:sp>
      <p:sp>
        <p:nvSpPr>
          <p:cNvPr id="109" name="Etapa 05">
            <a:extLst xmlns:a="http://schemas.openxmlformats.org/drawingml/2006/main">
              <a:ext uri="{FF2B5EF4-FFF2-40B4-BE49-F238E27FC236}">
                <a16:creationId xmlns:a16="http://schemas.microsoft.com/office/drawing/2014/main" id="{8C4DFD5E-6238-4821-BD60-B90D86B1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1184" y="2051629"/>
            <a:ext cx="1690000" cy="112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FD7"/>
            </a:solidFill>
          </a:ln>
        </p:spPr>
        <p:txBody>
          <a:bodyPr xmlns:a="http://schemas.openxmlformats.org/drawingml/2006/main" wrap="square" lIns="118872" tIns="91440" rIns="118872" bIns="91440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 spc="120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05</a:t>
            </a:r>
          </a:p>
          <a:p xmlns:a="http://schemas.openxmlformats.org/drawingml/2006/main">
            <a:pPr algn="ctr">
              <a:spcAft>
                <a:spcPts val="300"/>
              </a:spcAft>
              <a:buNone/>
            </a:pPr>
            <a:r>
              <a:rPr sz="1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card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9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identificador; descartado</a:t>
            </a:r>
          </a:p>
        </p:txBody>
      </p:sp>
      <p:sp>
        <p:nvSpPr>
          <p:cNvPr id="110" name="Seta 05">
            <a:extLst xmlns:a="http://schemas.openxmlformats.org/drawingml/2006/main">
              <a:ext uri="{FF2B5EF4-FFF2-40B4-BE49-F238E27FC236}">
                <a16:creationId xmlns:a16="http://schemas.microsoft.com/office/drawing/2014/main" id="{D4E78FF5-ACEC-480F-ABAD-411853F5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857752" y="2556629"/>
            <a:ext cx="110000" cy="1100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/>
          </a:p>
        </p:txBody>
      </p:sp>
      <p:sp>
        <p:nvSpPr>
          <p:cNvPr id="111" name="Etapa 06">
            <a:extLst xmlns:a="http://schemas.openxmlformats.org/drawingml/2006/main">
              <a:ext uri="{FF2B5EF4-FFF2-40B4-BE49-F238E27FC236}">
                <a16:creationId xmlns:a16="http://schemas.microsoft.com/office/drawing/2014/main" id="{FD42A0AE-5CCB-4FA6-993B-5F0FFFFA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4320" y="2051629"/>
            <a:ext cx="1690000" cy="112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FD7"/>
            </a:solidFill>
          </a:ln>
        </p:spPr>
        <p:txBody>
          <a:bodyPr xmlns:a="http://schemas.openxmlformats.org/drawingml/2006/main" wrap="square" lIns="118872" tIns="91440" rIns="118872" bIns="91440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 spc="120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ALVO</a:t>
            </a:r>
          </a:p>
          <a:p xmlns:a="http://schemas.openxmlformats.org/drawingml/2006/main">
            <a:pPr algn="ctr">
              <a:spcAft>
                <a:spcPts val="300"/>
              </a:spcAft>
              <a:buNone/>
            </a:pPr>
            <a:r>
              <a:rPr sz="1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units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9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transações por produto/dia</a:t>
            </a:r>
          </a:p>
        </p:txBody>
      </p:sp>
      <p:sp>
        <p:nvSpPr>
          <p:cNvPr id="112" name="Realimentacao">
            <a:extLst xmlns:a="http://schemas.openxmlformats.org/drawingml/2006/main">
              <a:ext uri="{FF2B5EF4-FFF2-40B4-BE49-F238E27FC236}">
                <a16:creationId xmlns:a16="http://schemas.microsoft.com/office/drawing/2014/main" id="{0271661A-16F5-4433-9DA8-DEADD2F1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393640" y="1781629"/>
            <a:ext cx="946568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85824"/>
            </a:solidFill>
            <a:tailEnd type="triangle" w="med" len="med"/>
          </a:ln>
        </p:spPr>
      </p:sp>
      <p:sp>
        <p:nvSpPr>
          <p:cNvPr id="113" name="Rotulo realimentacao">
            <a:extLst xmlns:a="http://schemas.openxmlformats.org/drawingml/2006/main">
              <a:ext uri="{FF2B5EF4-FFF2-40B4-BE49-F238E27FC236}">
                <a16:creationId xmlns:a16="http://schemas.microsoft.com/office/drawing/2014/main" id="{2ACBCC05-A0B0-4FD5-BFE9-B680AACC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480" y="1411629"/>
            <a:ext cx="5400000" cy="3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45720" tIns="0" rIns="4572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b="0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Campos originais do dataset → papel na solução</a:t>
            </a:r>
          </a:p>
        </p:txBody>
      </p:sp>
      <p:sp>
        <p:nvSpPr>
          <p:cNvPr id="114" name="Nota operacao">
            <a:extLst xmlns:a="http://schemas.openxmlformats.org/drawingml/2006/main">
              <a:ext uri="{FF2B5EF4-FFF2-40B4-BE49-F238E27FC236}">
                <a16:creationId xmlns:a16="http://schemas.microsoft.com/office/drawing/2014/main" id="{2356C81D-958B-4AF5-94C6-BB649484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71629"/>
            <a:ext cx="11155680" cy="330000"/>
          </a:xfrm>
          <a:prstGeom xmlns:a="http://schemas.openxmlformats.org/drawingml/2006/main" prst="roundRect">
            <a:avLst>
              <a:gd name="adj" fmla="val 22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3B8"/>
            </a:solidFill>
            <a:prstDash val="dash"/>
          </a:ln>
        </p:spPr>
        <p:txBody>
          <a:bodyPr xmlns:a="http://schemas.openxmlformats.org/drawingml/2006/main" wrap="square" lIns="91440" tIns="0" rIns="9144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Horizonte da previsão: próximos 7 dias · decisão de negócio: total do ciclo por produto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BB3C89-FC06-4674-9139-1B20235D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03615"/>
            <a:ext cx="11155680" cy="21195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1 · Variável resposta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units = contagem de transações por produto e dia; o modelo prevê unidades, não receita.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2 · Campos usados na previsão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data, produto e preço originam as 19 variáveis explicativas; o histórico de vendas é calculado no painel diário.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3 · Campos não usados na previsão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cash_type e card são excluídos porque a previsão é agregada por produto e dia, não por pagamento ou transação individual.</a:t>
            </a:r>
          </a:p>
        </p:txBody>
      </p:sp>
      <p:sp>
        <p:nvSpPr>
          <p:cNvPr id="115" name="Section label corrected">
            <a:extLst xmlns:a="http://schemas.openxmlformats.org/drawingml/2006/main">
              <a:ext uri="{FF2B5EF4-FFF2-40B4-BE49-F238E27FC236}">
                <a16:creationId xmlns:a16="http://schemas.microsoft.com/office/drawing/2014/main" id="{CFA0323A-CAE5-40AC-A6E4-4C912C92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2875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A85824"/>
                </a:solidFill>
                <a:latin typeface="Segoe UI"/>
                <a:ea typeface="Segoe UI"/>
                <a:cs typeface="Segoe UI"/>
              </a:defRPr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3 · DESENVOLVIMENTO</a:t>
            </a:r>
          </a:p>
        </p:txBody>
      </p:sp>
    </p:spTree>
    <p:extLst>
      <p:ext uri="{BB962C8B-B14F-4D97-AF65-F5344CB8AC3E}">
        <p14:creationId xmlns:p14="http://schemas.microsoft.com/office/powerpoint/2010/main" val="16499210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52DF0B-CA29-431A-B699-A680855B15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825062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Em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desenvolvimento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o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LightGBM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não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supera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o seasonal-naive; no holdout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supera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, com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amostra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pequena</a:t>
            </a:r>
            <a:endParaRPr sz="21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</p:txBody>
      </p:sp>
      <p:pic>
        <p:nvPicPr>
          <p:cNvPr id="1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918652318d4b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9482" y="1671674"/>
            <a:ext cx="4936154" cy="3200400"/>
          </a:xfrm>
          <a:prstGeom xmlns:a="http://schemas.openxmlformats.org/drawingml/2006/main" prst="rect">
            <a:avLst/>
          </a:prstGeom>
        </p:spPr>
      </p:pic>
      <p:pic>
        <p:nvPicPr>
          <p:cNvPr id="15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4598ff7c24d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11724" y="1671674"/>
            <a:ext cx="4955991" cy="3200400"/>
          </a:xfrm>
          <a:prstGeom xmlns:a="http://schemas.openxmlformats.org/drawingml/2006/main" prst="rect">
            <a:avLst/>
          </a:prstGeom>
        </p:spPr>
      </p:pic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E1E8AD0-1C58-42B3-802B-3608FC7E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34924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F70EDD-2939-4D52-B1DD-030A1A1D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5325386"/>
            <a:ext cx="11100816" cy="1202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Seleção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modelo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Regra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seleção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(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apenas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nas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janelas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desenvolvimento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):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ganho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WAPE &gt; 0,02,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vitória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em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≥ 50% das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janelas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aumento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|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viés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| ≤ 0,25.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O ensemble não atende a dois dos três critérios (ganho 0,0003; |viés| +0,33). Modelo selecionado: seasonal-naive. No holdout, LightGBM 0,168 vs. 0,202 — duas janelas não sustentam promoção.</a:t>
            </a:r>
          </a:p>
        </p:txBody>
      </p:sp>
      <p:sp>
        <p:nvSpPr>
          <p:cNvPr id="10" name="Section label corrected">
            <a:extLst xmlns:a="http://schemas.openxmlformats.org/drawingml/2006/main">
              <a:ext uri="{FF2B5EF4-FFF2-40B4-BE49-F238E27FC236}">
                <a16:creationId xmlns:a16="http://schemas.microsoft.com/office/drawing/2014/main" id="{55D102D3-E9AB-4967-B843-E7F49F63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4318"/>
            <a:ext cx="10058400" cy="330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A85824"/>
                </a:solidFill>
                <a:latin typeface="Segoe UI"/>
                <a:ea typeface="Segoe UI"/>
                <a:cs typeface="Segoe UI"/>
              </a:defRPr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4 · RESULTADOS · MÉTRICAS TÉCNICAS</a:t>
            </a:r>
          </a:p>
        </p:txBody>
      </p:sp>
    </p:spTree>
    <p:extLst>
      <p:ext uri="{BB962C8B-B14F-4D97-AF65-F5344CB8AC3E}">
        <p14:creationId xmlns:p14="http://schemas.microsoft.com/office/powerpoint/2010/main" val="211441600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D4E91B-FC2F-4C5A-A9A2-009F1F3E2E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8881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A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previsão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define um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nível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reposição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por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produto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, com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margem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calibrada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pelo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erro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observado</a:t>
            </a:r>
            <a:endParaRPr sz="21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</p:txBody>
      </p:sp>
      <p:pic>
        <p:nvPicPr>
          <p:cNvPr id="12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43efea2074a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1480" y="1965960"/>
            <a:ext cx="7132320" cy="3711598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1E7211D-4A83-4FA5-8182-214FE55D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194560"/>
            <a:ext cx="381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21ACAA-88BD-4A43-B1CC-535010EC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2259357"/>
            <a:ext cx="3968496" cy="12420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Política de estoque-base</a:t>
            </a:r>
          </a:p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nível-alvo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=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demanda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prevista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(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ciclo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+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reposição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) + P95(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erro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do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backtest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)
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pedido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=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nível-alvo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− estoque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atual</a:t>
            </a:r>
            <a:endParaRPr sz="1400" b="0">
              <a:solidFill>
                <a:srgbClr val="747A84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28061C3-91CA-4A9A-AD10-04BCB637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3749039"/>
            <a:ext cx="4206240" cy="3085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4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Nível</a:t>
            </a:r>
            <a:r>
              <a:rPr sz="14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4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serviço-alvo</a:t>
            </a:r>
            <a:endParaRPr sz="14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95%,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ajustável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por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classe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produto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4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Nível-alvo do próximo ciclo</a:t>
            </a:r>
            <a:endParaRPr sz="14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192 un., assumindo estoque atual zero.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4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Cobertura simulada (7 ciclos)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 95% nominal: 83,9% (emp.) e 87,5% (normal); calibração ainda insuficiente.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4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Robustez</a:t>
            </a:r>
            <a:endParaRPr sz="14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política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determinística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testada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e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independente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do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modelo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previsão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9" name="Section label corrected">
            <a:extLst xmlns:a="http://schemas.openxmlformats.org/drawingml/2006/main">
              <a:ext uri="{FF2B5EF4-FFF2-40B4-BE49-F238E27FC236}">
                <a16:creationId xmlns:a16="http://schemas.microsoft.com/office/drawing/2014/main" id="{BEE753DE-9F23-4D24-87A1-C95674DA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54318"/>
            <a:ext cx="10058400" cy="330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A85824"/>
                </a:solidFill>
                <a:latin typeface="Segoe UI"/>
                <a:ea typeface="Segoe UI"/>
                <a:cs typeface="Segoe UI"/>
              </a:defRPr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4 · RESULTADOS · POLÍTICA DE REPOSIÇÃO</a:t>
            </a:r>
          </a:p>
        </p:txBody>
      </p:sp>
    </p:spTree>
    <p:extLst>
      <p:ext uri="{BB962C8B-B14F-4D97-AF65-F5344CB8AC3E}">
        <p14:creationId xmlns:p14="http://schemas.microsoft.com/office/powerpoint/2010/main" val="5047846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240B52-3B3D-4118-8EC8-04335A7366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825062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Na frente de reposição, a política é auditável; ainda não há evidência para promover complexidade</a:t>
            </a:r>
            <a:endParaRPr sz="21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A74911B-9CA7-4434-AD58-713C3812E254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4 · RESULTADOS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EB15D76-4533-45B4-BE2E-98629FC7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6115"/>
            <a:ext cx="11247120" cy="33671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Valor proposto</a:t>
            </a:r>
            <a:endParaRPr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 política substitui uma decisão discricionária por nível de serviço explícito, estoque de segurança calibrado e pipeline reproduzível.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Limitações</a:t>
            </a:r>
            <a:endParaRPr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uma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máquina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e ~13 meses (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resultados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direcionais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);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sem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telemetria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estoque, a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cobertura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serviço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é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simulada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;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efeito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preço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não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é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identificável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Aprendizados</a:t>
            </a:r>
            <a:endParaRPr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em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baixo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volume, o seasonal-naive é um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competidor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forte; o valor incremental do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modelo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depende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mais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histórico,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covariáveis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e pooling entre 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máquinas</a:t>
            </a: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6794436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1B3E47-1629-473C-8A5C-7B0ECC662D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804041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Em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frota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, o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mesmo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pipeline com feature store,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retreino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agendado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e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monitoramento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desvio</a:t>
            </a:r>
            <a:endParaRPr sz="21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422A268-1454-480C-9076-7774310F8CE1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5 · ARQUITETURA PARA PRODUÇÃO</a:t>
            </a: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8fb768df948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367" y="1280160"/>
            <a:ext cx="10745266" cy="2661535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33B5F4-F9A3-4A62-9F3F-E4B7A1B5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23734"/>
            <a:ext cx="11155680" cy="2158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Escalabilidade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modelo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global entre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máquinas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com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atributos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local (pooling); scoring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paralelo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;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retreino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semanal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Observabilidade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WAPE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móvel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vs. baseline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por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máquina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desvio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distribuição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das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variáveis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indicadores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negócio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(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ruptura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descarte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giro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).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Manutenção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promoção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modelo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automatizada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pela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regra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seleção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;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reversão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imediata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; CI e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configuração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versionada</a:t>
            </a:r>
            <a:r>
              <a:rPr sz="12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110255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31E2CF-6C22-4B9A-870E-F7E3F803F7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527038"/>
            <a:ext cx="11247120" cy="740979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Recomendação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: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operar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a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política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com o baseline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em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modo shadow e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reavaliar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a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promoção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do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modelo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com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mais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dados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91A6748-3901-4C6E-B22B-9FC375A34A8D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6 · EVOLUÇÕES FUTURAS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8EA075-96DF-43DF-BA0B-D509137B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" y="1706880"/>
            <a:ext cx="11247120" cy="23898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Curto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prazo</a:t>
            </a:r>
            <a:endParaRPr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implantar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a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política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com o seasonal-naive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em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modo shadow,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medindo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ruptura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e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excesso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reais.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Evolução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do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modelo</a:t>
            </a:r>
            <a:endParaRPr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variáveis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exógenas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(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clima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eventos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ocupação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);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previsão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probabilística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;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modelo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hierárquico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para a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frota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Evolução da política</a:t>
            </a:r>
            <a:endParaRPr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incorporar estoque disponível, lead time por máquina e custos reais de ruptura e excesso.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58979ED-4BB1-46E1-A91C-B571A498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54880"/>
            <a:ext cx="381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D9B01EF-F87D-448D-B24D-F3575618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4920892"/>
            <a:ext cx="11100816" cy="10395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Riscos e mitigações</a:t>
            </a:r>
          </a:p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Modelo não supera o baseline em uma máquina — mitigado por parcimônia e operação em shadow.  Cold start de nova máquina — média da categoria e atributos de local.  Dependência de telemetria — verificações de cobertura e alertas.</a:t>
            </a:r>
          </a:p>
        </p:txBody>
      </p:sp>
    </p:spTree>
    <p:extLst>
      <p:ext uri="{BB962C8B-B14F-4D97-AF65-F5344CB8AC3E}">
        <p14:creationId xmlns:p14="http://schemas.microsoft.com/office/powerpoint/2010/main" val="127883375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3D371C-7BB3-4AC4-A5ED-44A038C545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530352"/>
            <a:ext cx="11247120" cy="740664"/>
          </a:xfrm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Decisão recomendada: operar em shadow com o baseline e medir antes de escalar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90C9013-1C63-42C8-966B-58E2F11486C1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6032"/>
            <a:ext cx="10058400" cy="329184"/>
          </a:xfrm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7 · FECHAMENTO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8D7A732-5E59-482F-BF47-8A3C01B3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554480"/>
            <a:ext cx="1115568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3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Aprovar o piloto em shadow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operar a política de estoque-base com seasonal-naive e nível de serviço-alvo de 95%.</a:t>
            </a:r>
          </a:p>
          <a:p xmlns:a="http://schemas.openxmlformats.org/drawingml/2006/main">
            <a:pPr algn="l">
              <a:spcAft>
                <a:spcPts val="3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Instrumentar a decisão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medir estoque, ruptura, descarte e giro para validar o impacto operacional real.</a:t>
            </a:r>
          </a:p>
          <a:p xmlns:a="http://schemas.openxmlformats.org/drawingml/2006/main">
            <a:pPr algn="l">
              <a:spcAft>
                <a:spcPts val="3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Condicionar a promoção do modelo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reavaliar maior complexidade apenas com mais histórico, covariáveis e ganho consistente sobre o baseline.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BA83252-CE2F-4357-B8CE-1E2CB1CF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36576" cy="1298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AE1AA0-635F-412B-839C-E1D9EDCA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727448"/>
            <a:ext cx="48463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Obrigado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1DE3B1-BF29-46A5-A524-9C84354C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5504688"/>
            <a:ext cx="53035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https://bravlui.github.io/</a:t>
            </a:r>
          </a:p>
        </p:txBody>
      </p:sp>
    </p:spTree>
    <p:extLst>
      <p:ext uri="{BB962C8B-B14F-4D97-AF65-F5344CB8AC3E}">
        <p14:creationId xmlns:p14="http://schemas.microsoft.com/office/powerpoint/2010/main" val="13653958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DA45D-B8B0-4D9C-8F5D-A4A3A66991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520262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Regra de seleção — redução de WAPE, estabilidade entre janelas e controle de viés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92FDA1C-3027-4FD6-AC1C-0B4AEA726C22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ANEXO A</a:t>
            </a:r>
          </a:p>
        </p:txBody>
      </p:sp>
      <p:graphicFrame>
        <p:nvGraphicFramePr>
          <p:cNvPr id="10" name="Table 3"/>
          <p:cNvGraphicFramePr/>
          <p:nvPr/>
        </p:nvGraphicFramePr>
        <p:xfrm>
          <a:off xmlns:a="http://schemas.openxmlformats.org/drawingml/2006/main" x="518160" y="1674298"/>
          <a:ext xmlns:a="http://schemas.openxmlformats.org/drawingml/2006/main" cx="11155680" cy="18288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52160"/>
                <a:gridCol w="1737360"/>
                <a:gridCol w="173736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Critério (janelas de desenvolvimento)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Candidato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Limite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Atende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1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Ganho</a:t>
                      </a:r>
                      <a:r>
                        <a:rPr sz="11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 de WAPE de </a:t>
                      </a:r>
                      <a:r>
                        <a:rPr sz="11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ciclo</a:t>
                      </a:r>
                      <a:r>
                        <a:rPr sz="11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 vs. seasonal-naive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0,0003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&gt; 0,02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não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1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Fração de janelas em que supera a referência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50%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≥ 50%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sim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1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Aumento de |viés| em relação à referência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+0,33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≤ 0,25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não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1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Regressão no holdout (verificação posterior)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≤ 0,02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1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n/a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1C03D77-3B2F-4EB8-9F20-8026229A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9768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8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98A80B-5114-4516-AB70-A64A43BF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4462171"/>
            <a:ext cx="11009376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regra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é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declarada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em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configuração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antes da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execução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 </a:t>
            </a:r>
            <a:r>
              <a:rPr sz="14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Um modelo complexo só é promovido se a redução de WAPE compensa o custo de operação e não introduz viés sistemático.</a:t>
            </a:r>
          </a:p>
        </p:txBody>
      </p:sp>
    </p:spTree>
    <p:extLst>
      <p:ext uri="{BB962C8B-B14F-4D97-AF65-F5344CB8AC3E}">
        <p14:creationId xmlns:p14="http://schemas.microsoft.com/office/powerpoint/2010/main" val="22041819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E5B197-8DC3-40C1-8AE1-B10D3DC3CE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8640" y="457200"/>
            <a:ext cx="11247120" cy="544269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Cobertura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nível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serviço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no 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backtest</a:t>
            </a: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walk-forward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602A20-33C8-499C-876B-3DD13BC2B276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ANEXO 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C668696-41DC-432B-B3DC-B19EDAA7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4386" y="1900271"/>
            <a:ext cx="4382814" cy="34425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Procedimento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o estoque de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segurança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de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cada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janela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é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calibrado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apenas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com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janelas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anteriores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Leitura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7 ciclos × 8 produtos são avaliáveis; a 95% nominal, a cobertura é 83,9% (emp.) e 87,5% (normal).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Sem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telemetria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 de estoque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é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uma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simulação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diagnóstica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não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um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indicador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realizado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▸  </a:t>
            </a:r>
            <a:r>
              <a:rPr sz="16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Evolução</a:t>
            </a:r>
            <a:endParaRPr sz="1600" b="1">
              <a:solidFill>
                <a:srgbClr val="1F2328"/>
              </a:solidFill>
              <a:latin typeface="Segoe UI"/>
              <a:ea typeface="Segoe UI"/>
              <a:cs typeface="Segoe UI"/>
            </a:endParaRPr>
          </a:p>
          <a:p xmlns:a="http://schemas.openxmlformats.org/drawingml/2006/main">
            <a:pPr algn="l">
              <a:lnSpc>
                <a:spcPct val="118000"/>
              </a:lnSpc>
              <a:spcAft>
                <a:spcPts val="900"/>
              </a:spcAft>
              <a:buNone/>
            </a:pP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previsão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por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quantis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alimenta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o estoque de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segurança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diretamente</a:t>
            </a:r>
            <a:r>
              <a:rPr sz="1100" b="0">
                <a:solidFill>
                  <a:srgbClr val="747A84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566928" y="1807274"/>
          <a:ext xmlns:a="http://schemas.openxmlformats.org/drawingml/2006/main" cx="6725698" cy="3870579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8f3295b2b24a0f"/>
          </a:graphicData>
        </a:graphic>
      </p:graphicFrame>
    </p:spTree>
    <p:extLst>
      <p:ext uri="{BB962C8B-B14F-4D97-AF65-F5344CB8AC3E}">
        <p14:creationId xmlns:p14="http://schemas.microsoft.com/office/powerpoint/2010/main" val="64318275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8A32EE-EE58-4119-8C42-0BEB8227F1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6627" y="585216"/>
            <a:ext cx="11247120" cy="437339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2100" b="1">
                <a:solidFill>
                  <a:srgbClr val="1F2328"/>
                </a:solidFill>
                <a:latin typeface="Segoe UI"/>
                <a:ea typeface="Segoe UI"/>
                <a:cs typeface="Segoe UI"/>
              </a:rPr>
              <a:t>Correspondência com os critérios de avaliação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C83298C-09EE-4B60-BB57-34292470FFCE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66928" y="254292"/>
            <a:ext cx="10058400" cy="330924"/>
          </a:xfrm>
        </p:spPr>
        <p:txBody>
          <a:bodyPr xmlns:a="http://schemas.openxmlformats.org/drawingml/2006/main" wrap="square" anchor="b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</a:pPr>
            <a:r>
              <a:rPr sz="1600" b="1">
                <a:solidFill>
                  <a:srgbClr val="A85824"/>
                </a:solidFill>
                <a:latin typeface="Segoe UI"/>
                <a:ea typeface="Segoe UI"/>
                <a:cs typeface="Segoe UI"/>
              </a:rPr>
              <a:t>ANEXO C</a:t>
            </a:r>
          </a:p>
        </p:txBody>
      </p:sp>
      <p:graphicFrame>
        <p:nvGraphicFramePr>
          <p:cNvPr id="7" name="Table 3"/>
          <p:cNvGraphicFramePr/>
          <p:nvPr/>
        </p:nvGraphicFramePr>
        <p:xfrm>
          <a:off xmlns:a="http://schemas.openxmlformats.org/drawingml/2006/main" x="502920" y="2148840"/>
          <a:ext xmlns:a="http://schemas.openxmlformats.org/drawingml/2006/main" cx="11155679" cy="219456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7498079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Critério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Onde é demonstrado</a:t>
                      </a:r>
                    </a:p>
                  </a:txBody>
                  <a:tcPr marL="91440" marR="91440" marT="45720" marB="45720" anchor="ctr">
                    <a:solidFill>
                      <a:srgbClr val="A8582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Raciocínio analítico e tomada de decisão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seções 2–4: comparação das três famílias de modelo; regra de seleção; registros de decisão (ADR 0001–0006)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Problema de negócio traduzido em solução de dados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seções 1 e 4: dor quantificada na exploração; nível de reposição com serviço-alvo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Qualidade e organização do código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repositório: pacote instalável, 47 testes, CI (3.11/3.12), ruff/black/mypy, Docker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Comunicação para público não técnico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esta apresentação (títulos-conclusão, um gráfico por decisão) e docs/results.md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sz="1000" b="1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Escalabilidade, manutenção e operação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buNone/>
                      </a:pPr>
                      <a:r>
                        <a:rPr sz="1000" b="0">
                          <a:solidFill>
                            <a:srgbClr val="1F2328"/>
                          </a:solidFill>
                          <a:latin typeface="Segoe UI"/>
                          <a:ea typeface="Segoe UI"/>
                          <a:cs typeface="Segoe UI"/>
                        </a:rPr>
                        <a:t>seção 5 e docs/architecture.md: pooling, feature store, promoção automatizada, observabilidade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3656923"/>
      </p:ext>
    </p:extLst>
  </p:cSld>
</p:sld>
</file>

<file path=ppt/theme/theme1.xml><?xml version="1.0" encoding="utf-8"?>
<a:theme xmlns:a="http://schemas.openxmlformats.org/drawingml/2006/main" name="Dias de Escola">
  <a:themeElements>
    <a:clrScheme name="Custom 1">
      <a:dk1>
        <a:srgbClr val="000000"/>
      </a:dk1>
      <a:lt1>
        <a:srgbClr val="FFFFFF"/>
      </a:lt1>
      <a:dk2>
        <a:srgbClr val="2C3431"/>
      </a:dk2>
      <a:lt2>
        <a:srgbClr val="F7F5F1"/>
      </a:lt2>
      <a:accent1>
        <a:srgbClr val="D0805C"/>
      </a:accent1>
      <a:accent2>
        <a:srgbClr val="CD972B"/>
      </a:accent2>
      <a:accent3>
        <a:srgbClr val="568A80"/>
      </a:accent3>
      <a:accent4>
        <a:srgbClr val="9FA757"/>
      </a:accent4>
      <a:accent5>
        <a:srgbClr val="78A080"/>
      </a:accent5>
      <a:accent6>
        <a:srgbClr val="93A3C5"/>
      </a:accent6>
      <a:hlink>
        <a:srgbClr val="CB6D48"/>
      </a:hlink>
      <a:folHlink>
        <a:srgbClr val="568A80"/>
      </a:folHlink>
    </a:clrScheme>
    <a:fontScheme name="Custom 1">
      <a:majorFont>
        <a:latin typeface="JasmineUPC"/>
        <a:ea typeface=""/>
        <a:cs typeface=""/>
      </a:majorFont>
      <a:minorFont>
        <a:latin typeface="Raleway"/>
        <a:ea typeface=""/>
        <a:cs typeface=""/>
      </a:minorFont>
    </a:fontScheme>
    <a:fmtScheme name="Custom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2026-09-03T17:58:05.0000000Z</dcterms:created>
  <dcterms:modified xsi:type="dcterms:W3CDTF">2026-09-03T17:58:05.0000000Z</dcterms:modified>
</coreProperties>
</file>