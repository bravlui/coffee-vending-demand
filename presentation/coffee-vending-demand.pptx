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6b76ab2c74208" /><Relationship Type="http://schemas.openxmlformats.org/officeDocument/2006/relationships/extended-properties" Target="/docProps/app.xml" Id="R175311b112a9484c" /><Relationship Type="http://schemas.openxmlformats.org/officeDocument/2006/relationships/officeDocument" Target="/ppt/presentation.xml" Id="Reda9b9dd64684f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f3e0b2cf8476a"/>
  </p:sldMasterIdLst>
  <p:notesMasterIdLst>
    <p:notesMasterId xmlns:r="http://schemas.openxmlformats.org/officeDocument/2006/relationships" r:id="Rc4ca45f0ef3548a2"/>
  </p:notesMasterIdLst>
  <p:sldIdLst>
    <p:sldId xmlns:r="http://schemas.openxmlformats.org/officeDocument/2006/relationships" id="256" r:id="R11ebb57197234038"/>
    <p:sldId xmlns:r="http://schemas.openxmlformats.org/officeDocument/2006/relationships" id="257" r:id="R4794d47f773548fd"/>
    <p:sldId xmlns:r="http://schemas.openxmlformats.org/officeDocument/2006/relationships" id="258" r:id="Rc6823875d3884888"/>
    <p:sldId xmlns:r="http://schemas.openxmlformats.org/officeDocument/2006/relationships" id="259" r:id="R8ad96bcbe2c54159"/>
    <p:sldId xmlns:r="http://schemas.openxmlformats.org/officeDocument/2006/relationships" id="260" r:id="Rc60f19d52cbc43b9"/>
    <p:sldId xmlns:r="http://schemas.openxmlformats.org/officeDocument/2006/relationships" id="261" r:id="R9a3b05978d9a4c9b"/>
    <p:sldId xmlns:r="http://schemas.openxmlformats.org/officeDocument/2006/relationships" id="262" r:id="R7876614c3f5f4751"/>
    <p:sldId xmlns:r="http://schemas.openxmlformats.org/officeDocument/2006/relationships" id="263" r:id="Rae123ed4d3214f9f"/>
    <p:sldId xmlns:r="http://schemas.openxmlformats.org/officeDocument/2006/relationships" id="264" r:id="R3a1f213ef6164e88"/>
    <p:sldId xmlns:r="http://schemas.openxmlformats.org/officeDocument/2006/relationships" id="265" r:id="R8884f9702af44b71"/>
    <p:sldId xmlns:r="http://schemas.openxmlformats.org/officeDocument/2006/relationships" id="266" r:id="Rf5b1917a388c4fd4"/>
    <p:sldId xmlns:r="http://schemas.openxmlformats.org/officeDocument/2006/relationships" id="267" r:id="R8cbffc45c2324bee"/>
    <p:sldId xmlns:r="http://schemas.openxmlformats.org/officeDocument/2006/relationships" id="268" r:id="R8acd5cf7d7774826"/>
    <p:sldId xmlns:r="http://schemas.openxmlformats.org/officeDocument/2006/relationships" id="269" r:id="Rcc659da9e7e44cca"/>
    <p:sldId xmlns:r="http://schemas.openxmlformats.org/officeDocument/2006/relationships" id="270" r:id="R7891e425e4c54eca"/>
    <p:sldId xmlns:r="http://schemas.openxmlformats.org/officeDocument/2006/relationships" id="271" r:id="Rac931472739b4f53"/>
    <p:sldId xmlns:r="http://schemas.openxmlformats.org/officeDocument/2006/relationships" id="272" r:id="R8b398ce9c9d646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9a425bcd3745e0" /><Relationship Type="http://schemas.openxmlformats.org/officeDocument/2006/relationships/slideMaster" Target="/ppt/slideMasters/slideMaster1.xml" Id="R9abf3e0b2cf8476a" /><Relationship Type="http://schemas.openxmlformats.org/officeDocument/2006/relationships/notesMaster" Target="/ppt/notesMasters/notesMaster1.xml" Id="Rc4ca45f0ef3548a2" /><Relationship Type="http://schemas.openxmlformats.org/officeDocument/2006/relationships/presProps" Target="/ppt/presProps.xml" Id="R34274d6d7f874dac" /><Relationship Type="http://schemas.openxmlformats.org/officeDocument/2006/relationships/viewProps" Target="/ppt/viewProps.xml" Id="Rd133b5dfbda64f04" /><Relationship Type="http://schemas.openxmlformats.org/officeDocument/2006/relationships/tableStyles" Target="/ppt/tableStyles.xml" Id="R700c2eab517d4b20" /><Relationship Type="http://schemas.openxmlformats.org/officeDocument/2006/relationships/slide" Target="/ppt/slides/slide1.xml" Id="R11ebb57197234038" /><Relationship Type="http://schemas.openxmlformats.org/officeDocument/2006/relationships/slide" Target="/ppt/slides/slide2.xml" Id="R4794d47f773548fd" /><Relationship Type="http://schemas.openxmlformats.org/officeDocument/2006/relationships/slide" Target="/ppt/slides/slide3.xml" Id="Rc6823875d3884888" /><Relationship Type="http://schemas.openxmlformats.org/officeDocument/2006/relationships/slide" Target="/ppt/slides/slide4.xml" Id="R8ad96bcbe2c54159" /><Relationship Type="http://schemas.openxmlformats.org/officeDocument/2006/relationships/slide" Target="/ppt/slides/slide5.xml" Id="Rc60f19d52cbc43b9" /><Relationship Type="http://schemas.openxmlformats.org/officeDocument/2006/relationships/slide" Target="/ppt/slides/slide6.xml" Id="R9a3b05978d9a4c9b" /><Relationship Type="http://schemas.openxmlformats.org/officeDocument/2006/relationships/slide" Target="/ppt/slides/slide7.xml" Id="R7876614c3f5f4751" /><Relationship Type="http://schemas.openxmlformats.org/officeDocument/2006/relationships/slide" Target="/ppt/slides/slide8.xml" Id="Rae123ed4d3214f9f" /><Relationship Type="http://schemas.openxmlformats.org/officeDocument/2006/relationships/slide" Target="/ppt/slides/slide9.xml" Id="R3a1f213ef6164e88" /><Relationship Type="http://schemas.openxmlformats.org/officeDocument/2006/relationships/slide" Target="/ppt/slides/slide10.xml" Id="R8884f9702af44b71" /><Relationship Type="http://schemas.openxmlformats.org/officeDocument/2006/relationships/slide" Target="/ppt/slides/slide11.xml" Id="Rf5b1917a388c4fd4" /><Relationship Type="http://schemas.openxmlformats.org/officeDocument/2006/relationships/slide" Target="/ppt/slides/slide12.xml" Id="R8cbffc45c2324bee" /><Relationship Type="http://schemas.openxmlformats.org/officeDocument/2006/relationships/slide" Target="/ppt/slides/slide13.xml" Id="R8acd5cf7d7774826" /><Relationship Type="http://schemas.openxmlformats.org/officeDocument/2006/relationships/slide" Target="/ppt/slides/slide14.xml" Id="Rcc659da9e7e44cca" /><Relationship Type="http://schemas.openxmlformats.org/officeDocument/2006/relationships/slide" Target="/ppt/slides/slide15.xml" Id="R7891e425e4c54eca" /><Relationship Type="http://schemas.openxmlformats.org/officeDocument/2006/relationships/slide" Target="/ppt/slides/slide16.xml" Id="Rac931472739b4f53" /><Relationship Type="http://schemas.openxmlformats.org/officeDocument/2006/relationships/slide" Target="/ppt/slides/slide17.xml" Id="R8b398ce9c9d6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d311c4e69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ias de Escola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499b9eb6142fa" /><Relationship Type="http://schemas.openxmlformats.org/officeDocument/2006/relationships/notesMaster" Target="/ppt/notesMasters/notesMaster1.xml" Id="R51311e13b33b4f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ff97f44d294903" /><Relationship Type="http://schemas.openxmlformats.org/officeDocument/2006/relationships/notesMaster" Target="/ppt/notesMasters/notesMaster1.xml" Id="R7fba55f9798149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c589bd4ca94e27" /><Relationship Type="http://schemas.openxmlformats.org/officeDocument/2006/relationships/notesMaster" Target="/ppt/notesMasters/notesMaster1.xml" Id="R5784143e742e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e566fc8bdf4bd2" /><Relationship Type="http://schemas.openxmlformats.org/officeDocument/2006/relationships/notesMaster" Target="/ppt/notesMasters/notesMaster1.xml" Id="R9ac4be8767f84c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8b2c438384e1b" /><Relationship Type="http://schemas.openxmlformats.org/officeDocument/2006/relationships/notesMaster" Target="/ppt/notesMasters/notesMaster1.xml" Id="R4ea879f54715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3eb97cf332431d" /><Relationship Type="http://schemas.openxmlformats.org/officeDocument/2006/relationships/notesMaster" Target="/ppt/notesMasters/notesMaster1.xml" Id="Rae21a207e9ff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c0e03bf9724644" /><Relationship Type="http://schemas.openxmlformats.org/officeDocument/2006/relationships/notesMaster" Target="/ppt/notesMasters/notesMaster1.xml" Id="R2f827c78158d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e831bce4a7437e" /><Relationship Type="http://schemas.openxmlformats.org/officeDocument/2006/relationships/notesMaster" Target="/ppt/notesMasters/notesMaster1.xml" Id="Re30682b20de647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af560cba74039" /><Relationship Type="http://schemas.openxmlformats.org/officeDocument/2006/relationships/notesMaster" Target="/ppt/notesMasters/notesMaster1.xml" Id="Rc1309046355246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be2ecef0694a36" /><Relationship Type="http://schemas.openxmlformats.org/officeDocument/2006/relationships/notesMaster" Target="/ppt/notesMasters/notesMaster1.xml" Id="R11c937be946c40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fbbd74816549de" /><Relationship Type="http://schemas.openxmlformats.org/officeDocument/2006/relationships/notesMaster" Target="/ppt/notesMasters/notesMaster1.xml" Id="R66e4f6abae3f4c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fb9303522948ff" /><Relationship Type="http://schemas.openxmlformats.org/officeDocument/2006/relationships/notesMaster" Target="/ppt/notesMasters/notesMaster1.xml" Id="Re7ce6b8d132847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4d7da4436c4a11" /><Relationship Type="http://schemas.openxmlformats.org/officeDocument/2006/relationships/notesMaster" Target="/ppt/notesMasters/notesMaster1.xml" Id="R0a265090e5e447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1803961b684c44" /><Relationship Type="http://schemas.openxmlformats.org/officeDocument/2006/relationships/notesMaster" Target="/ppt/notesMasters/notesMaster1.xml" Id="R4132c7df783b43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40a620b9d840de" /><Relationship Type="http://schemas.openxmlformats.org/officeDocument/2006/relationships/notesMaster" Target="/ppt/notesMasters/notesMaster1.xml" Id="R614db164081447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b14b60fd044057" /><Relationship Type="http://schemas.openxmlformats.org/officeDocument/2006/relationships/notesMaster" Target="/ppt/notesMasters/notesMaster1.xml" Id="Rd07e5429ed8d4f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1fd3a45a69491f" /><Relationship Type="http://schemas.openxmlformats.org/officeDocument/2006/relationships/notesMaster" Target="/ppt/notesMasters/notesMaster1.xml" Id="R2ee00b738a82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https://github.com/bravlui/coffee-vending-demand/blob/main/docs/results.md</a:t>
            </a:r>
          </a:p>
          <a:p xmlns:a="http://schemas.openxmlformats.org/drawingml/2006/main">
            <a:r>
              <a:t>- https://github.com/bravlui/coffee-vending-demand/blob/main/reports/evidence/forecasting_summary.json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https://github.com/bravlui/coffee-vending-demand/blob/main/docs/results.md</a:t>
            </a:r>
          </a:p>
          <a:p xmlns:a="http://schemas.openxmlformats.org/drawingml/2006/main">
            <a:r>
              <a:t>- https://github.com/bravlui/coffee-vending-demand/blob/main/reports/evidence/forecasting_summary.json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cobertura agrega sete ciclos avaliáveis após a primeira janela de calibração: 7 ciclos × 8 produtos = 56 observações produto-ciclo. O diagnóstico mede o ciclo observado de 7 dias; a recomendação operacional escala a proteção para 8 dias (7 dias + 1 dia de lead time).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https://github.com/bravlui/coffee-vending-demand/blob/main/docs/results.md</a:t>
            </a:r>
          </a:p>
          <a:p xmlns:a="http://schemas.openxmlformats.org/drawingml/2006/main">
            <a:r>
              <a:t>- https://github.com/bravlui/coffee-vending-demand/blob/main/reports/evidence/policy_backtest.csv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7c890276441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0d6e91ed5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6187a94a646bc" /><Relationship Type="http://schemas.openxmlformats.org/officeDocument/2006/relationships/image" Target="/ppt/media/image.jpeg" Id="R4c41097d261c4a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6160a8fe14193" /><Relationship Type="http://schemas.openxmlformats.org/officeDocument/2006/relationships/image" Target="/ppt/media/image2.jpeg" Id="Rad3bc4f3767944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f6e575c1348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cfe98012a460d" /><Relationship Type="http://schemas.openxmlformats.org/officeDocument/2006/relationships/image" Target="/ppt/media/image.jpeg" Id="R668e7dec83ea49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37e8fca314e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922fd04e5446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36c2c0f8840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85f8718c94234" /><Relationship Type="http://schemas.openxmlformats.org/officeDocument/2006/relationships/image" Target="/ppt/media/image.jpeg" Id="R4769310311264b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71f8cfc9a41b9" /><Relationship Type="http://schemas.openxmlformats.org/officeDocument/2006/relationships/image" Target="/ppt/media/image.jpeg" Id="R4f8c9ce85c8b4c3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b8b956ae54be1" /><Relationship Type="http://schemas.openxmlformats.org/officeDocument/2006/relationships/image" Target="/ppt/media/image.jpeg" Id="R5cf5da8ab02b48e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aa6c9c6ed4cb8" /><Relationship Type="http://schemas.openxmlformats.org/officeDocument/2006/relationships/image" Target="/ppt/media/image3.jpeg" Id="Rc122193ef2e64ef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0cad770264e51" /><Relationship Type="http://schemas.openxmlformats.org/officeDocument/2006/relationships/image" Target="/ppt/media/image3.jpeg" Id="R2ab93b3d52664f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9e6c5895b4283" /><Relationship Type="http://schemas.openxmlformats.org/officeDocument/2006/relationships/image" Target="/ppt/media/image3.jpeg" Id="Rd36a4bdd2ebf4a5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b702ca6544dba" /><Relationship Type="http://schemas.openxmlformats.org/officeDocument/2006/relationships/image" Target="/ppt/media/image4.jpeg" Id="R730dd63ac75047f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052d7ecd44341" /><Relationship Type="http://schemas.openxmlformats.org/officeDocument/2006/relationships/image" Target="/ppt/media/image5.jpeg" Id="R638e099adb96428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0397f90b54e47" /><Relationship Type="http://schemas.openxmlformats.org/officeDocument/2006/relationships/image" Target="/ppt/media/image.jpeg" Id="R636c65cdf77f4c8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88388259548c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e481f784b4e6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298f917ad4fc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e85d3634442c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a886a9804425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ac3ccb20b471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79e7dfb9f4b4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5b2ca4bc0464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7f1d1f006401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828480c7c41a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9d88524ae437e" /></Relationships>
</file>

<file path=ppt/slideLayouts/slideLayout1.xml><?xml version="1.0" encoding="utf-8"?>
<p:sldLayout xmlns:p="http://schemas.openxmlformats.org/presentationml/2006/main" preserve="1">
  <p:cSld name="Title">
    <p:bg>
      <p:bgPr>
        <a:solidFill xmlns:a="http://schemas.openxmlformats.org/drawingml/2006/main">
          <a:schemeClr val="bg2">
            <a:alpha val="6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  <a:alpha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 xmlns:a="http://schemas.openxmlformats.org/drawingml/2006/main"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81211" y="1747209"/>
            <a:ext cx="6857999" cy="3363581"/>
          </a:xfrm>
          <a:custGeom xmlns:a="http://schemas.openxmlformats.org/drawingml/2006/main"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64A1948A-5F32-5AC9-3F12-8DA52EC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96686" flipH="0" flipV="0">
            <a:off x="6838856" y="456164"/>
            <a:ext cx="3152835" cy="2985662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943 h 4842336"/>
              <a:gd name="connsiteX1" fmla="*/ 1612943 w 5102527"/>
              <a:gd name="connsiteY1" fmla="*/ 2131971 h 4842336"/>
              <a:gd name="connsiteX2" fmla="*/ 485508 w 5102527"/>
              <a:gd name="connsiteY2" fmla="*/ 934102 h 4842336"/>
              <a:gd name="connsiteX3" fmla="*/ 2253602 w 5102527"/>
              <a:gd name="connsiteY3" fmla="*/ 1457423 h 4842336"/>
              <a:gd name="connsiteX4" fmla="*/ 2767495 w 5102527"/>
              <a:gd name="connsiteY4" fmla="*/ 376 h 4842336"/>
              <a:gd name="connsiteX5" fmla="*/ 3180842 w 5102527"/>
              <a:gd name="connsiteY5" fmla="*/ 1613777 h 4842336"/>
              <a:gd name="connsiteX6" fmla="*/ 4697919 w 5102527"/>
              <a:gd name="connsiteY6" fmla="*/ 711600 h 4842336"/>
              <a:gd name="connsiteX7" fmla="*/ 4272827 w 5102527"/>
              <a:gd name="connsiteY7" fmla="*/ 1481367 h 4842336"/>
              <a:gd name="connsiteX8" fmla="*/ 3922734 w 5102527"/>
              <a:gd name="connsiteY8" fmla="*/ 2013361 h 4842336"/>
              <a:gd name="connsiteX9" fmla="*/ 5102436 w 5102527"/>
              <a:gd name="connsiteY9" fmla="*/ 2339765 h 4842336"/>
              <a:gd name="connsiteX10" fmla="*/ 3863686 w 5102527"/>
              <a:gd name="connsiteY10" fmla="*/ 2812017 h 4842336"/>
              <a:gd name="connsiteX11" fmla="*/ 4828315 w 5102527"/>
              <a:gd name="connsiteY11" fmla="*/ 3987808 h 4842336"/>
              <a:gd name="connsiteX12" fmla="*/ 3349202 w 5102527"/>
              <a:gd name="connsiteY12" fmla="*/ 3472928 h 4842336"/>
              <a:gd name="connsiteX13" fmla="*/ 3184115 w 5102527"/>
              <a:gd name="connsiteY13" fmla="*/ 4840888 h 4842336"/>
              <a:gd name="connsiteX14" fmla="*/ 2421953 w 5102527"/>
              <a:gd name="connsiteY14" fmla="*/ 3718549 h 4842336"/>
              <a:gd name="connsiteX15" fmla="*/ 1092966 w 5102527"/>
              <a:gd name="connsiteY15" fmla="*/ 4437432 h 4842336"/>
              <a:gd name="connsiteX16" fmla="*/ 1577328 w 5102527"/>
              <a:gd name="connsiteY16" fmla="*/ 2982171 h 4842336"/>
              <a:gd name="connsiteX17" fmla="*/ 1 w 5102527"/>
              <a:gd name="connsiteY17" fmla="*/ 2871943 h 4842336"/>
              <a:gd name="connsiteX0" fmla="*/ 1 w 5102527"/>
              <a:gd name="connsiteY0" fmla="*/ 2871943 h 4842336"/>
              <a:gd name="connsiteX1" fmla="*/ 1612943 w 5102527"/>
              <a:gd name="connsiteY1" fmla="*/ 2131971 h 4842336"/>
              <a:gd name="connsiteX2" fmla="*/ 485508 w 5102527"/>
              <a:gd name="connsiteY2" fmla="*/ 934102 h 4842336"/>
              <a:gd name="connsiteX3" fmla="*/ 2253602 w 5102527"/>
              <a:gd name="connsiteY3" fmla="*/ 1457423 h 4842336"/>
              <a:gd name="connsiteX4" fmla="*/ 2767495 w 5102527"/>
              <a:gd name="connsiteY4" fmla="*/ 376 h 4842336"/>
              <a:gd name="connsiteX5" fmla="*/ 3180842 w 5102527"/>
              <a:gd name="connsiteY5" fmla="*/ 1613777 h 4842336"/>
              <a:gd name="connsiteX6" fmla="*/ 4697919 w 5102527"/>
              <a:gd name="connsiteY6" fmla="*/ 711600 h 4842336"/>
              <a:gd name="connsiteX7" fmla="*/ 4272827 w 5102527"/>
              <a:gd name="connsiteY7" fmla="*/ 1481367 h 4842336"/>
              <a:gd name="connsiteX8" fmla="*/ 3922734 w 5102527"/>
              <a:gd name="connsiteY8" fmla="*/ 2013361 h 4842336"/>
              <a:gd name="connsiteX9" fmla="*/ 5102436 w 5102527"/>
              <a:gd name="connsiteY9" fmla="*/ 2339765 h 4842336"/>
              <a:gd name="connsiteX10" fmla="*/ 3863686 w 5102527"/>
              <a:gd name="connsiteY10" fmla="*/ 2812017 h 4842336"/>
              <a:gd name="connsiteX11" fmla="*/ 4828315 w 5102527"/>
              <a:gd name="connsiteY11" fmla="*/ 3987808 h 4842336"/>
              <a:gd name="connsiteX12" fmla="*/ 3349202 w 5102527"/>
              <a:gd name="connsiteY12" fmla="*/ 3472928 h 4842336"/>
              <a:gd name="connsiteX13" fmla="*/ 3184115 w 5102527"/>
              <a:gd name="connsiteY13" fmla="*/ 4840888 h 4842336"/>
              <a:gd name="connsiteX14" fmla="*/ 2421953 w 5102527"/>
              <a:gd name="connsiteY14" fmla="*/ 3718549 h 4842336"/>
              <a:gd name="connsiteX15" fmla="*/ 1092966 w 5102527"/>
              <a:gd name="connsiteY15" fmla="*/ 4437432 h 4842336"/>
              <a:gd name="connsiteX16" fmla="*/ 1577328 w 5102527"/>
              <a:gd name="connsiteY16" fmla="*/ 2982171 h 4842336"/>
              <a:gd name="connsiteX17" fmla="*/ 1 w 5102527"/>
              <a:gd name="connsiteY17" fmla="*/ 2871943 h 4842336"/>
              <a:gd name="connsiteX0" fmla="*/ 1 w 5102527"/>
              <a:gd name="connsiteY0" fmla="*/ 2871943 h 4842336"/>
              <a:gd name="connsiteX1" fmla="*/ 1612943 w 5102527"/>
              <a:gd name="connsiteY1" fmla="*/ 2131971 h 4842336"/>
              <a:gd name="connsiteX2" fmla="*/ 485508 w 5102527"/>
              <a:gd name="connsiteY2" fmla="*/ 934102 h 4842336"/>
              <a:gd name="connsiteX3" fmla="*/ 2253602 w 5102527"/>
              <a:gd name="connsiteY3" fmla="*/ 1457423 h 4842336"/>
              <a:gd name="connsiteX4" fmla="*/ 2767495 w 5102527"/>
              <a:gd name="connsiteY4" fmla="*/ 376 h 4842336"/>
              <a:gd name="connsiteX5" fmla="*/ 3180842 w 5102527"/>
              <a:gd name="connsiteY5" fmla="*/ 1613777 h 4842336"/>
              <a:gd name="connsiteX6" fmla="*/ 4697919 w 5102527"/>
              <a:gd name="connsiteY6" fmla="*/ 711600 h 4842336"/>
              <a:gd name="connsiteX7" fmla="*/ 4272827 w 5102527"/>
              <a:gd name="connsiteY7" fmla="*/ 1481367 h 4842336"/>
              <a:gd name="connsiteX8" fmla="*/ 3922734 w 5102527"/>
              <a:gd name="connsiteY8" fmla="*/ 2013361 h 4842336"/>
              <a:gd name="connsiteX9" fmla="*/ 5102436 w 5102527"/>
              <a:gd name="connsiteY9" fmla="*/ 2339765 h 4842336"/>
              <a:gd name="connsiteX10" fmla="*/ 3863686 w 5102527"/>
              <a:gd name="connsiteY10" fmla="*/ 2812017 h 4842336"/>
              <a:gd name="connsiteX11" fmla="*/ 4828315 w 5102527"/>
              <a:gd name="connsiteY11" fmla="*/ 3987808 h 4842336"/>
              <a:gd name="connsiteX12" fmla="*/ 3349202 w 5102527"/>
              <a:gd name="connsiteY12" fmla="*/ 3472928 h 4842336"/>
              <a:gd name="connsiteX13" fmla="*/ 3184115 w 5102527"/>
              <a:gd name="connsiteY13" fmla="*/ 4840888 h 4842336"/>
              <a:gd name="connsiteX14" fmla="*/ 2421953 w 5102527"/>
              <a:gd name="connsiteY14" fmla="*/ 3718549 h 4842336"/>
              <a:gd name="connsiteX15" fmla="*/ 1092966 w 5102527"/>
              <a:gd name="connsiteY15" fmla="*/ 4437432 h 4842336"/>
              <a:gd name="connsiteX16" fmla="*/ 1577328 w 5102527"/>
              <a:gd name="connsiteY16" fmla="*/ 2982171 h 4842336"/>
              <a:gd name="connsiteX17" fmla="*/ 1 w 5102527"/>
              <a:gd name="connsiteY17" fmla="*/ 2871943 h 4842336"/>
              <a:gd name="connsiteX0" fmla="*/ 10941 w 5113467"/>
              <a:gd name="connsiteY0" fmla="*/ 2871943 h 4842336"/>
              <a:gd name="connsiteX1" fmla="*/ 1623883 w 5113467"/>
              <a:gd name="connsiteY1" fmla="*/ 2131971 h 4842336"/>
              <a:gd name="connsiteX2" fmla="*/ 496448 w 5113467"/>
              <a:gd name="connsiteY2" fmla="*/ 934102 h 4842336"/>
              <a:gd name="connsiteX3" fmla="*/ 2264542 w 5113467"/>
              <a:gd name="connsiteY3" fmla="*/ 1457423 h 4842336"/>
              <a:gd name="connsiteX4" fmla="*/ 2778435 w 5113467"/>
              <a:gd name="connsiteY4" fmla="*/ 376 h 4842336"/>
              <a:gd name="connsiteX5" fmla="*/ 3191782 w 5113467"/>
              <a:gd name="connsiteY5" fmla="*/ 1613777 h 4842336"/>
              <a:gd name="connsiteX6" fmla="*/ 4708859 w 5113467"/>
              <a:gd name="connsiteY6" fmla="*/ 711600 h 4842336"/>
              <a:gd name="connsiteX7" fmla="*/ 4283767 w 5113467"/>
              <a:gd name="connsiteY7" fmla="*/ 1481367 h 4842336"/>
              <a:gd name="connsiteX8" fmla="*/ 3933674 w 5113467"/>
              <a:gd name="connsiteY8" fmla="*/ 2013361 h 4842336"/>
              <a:gd name="connsiteX9" fmla="*/ 5113376 w 5113467"/>
              <a:gd name="connsiteY9" fmla="*/ 2339765 h 4842336"/>
              <a:gd name="connsiteX10" fmla="*/ 3874626 w 5113467"/>
              <a:gd name="connsiteY10" fmla="*/ 2812017 h 4842336"/>
              <a:gd name="connsiteX11" fmla="*/ 4839255 w 5113467"/>
              <a:gd name="connsiteY11" fmla="*/ 3987808 h 4842336"/>
              <a:gd name="connsiteX12" fmla="*/ 3360142 w 5113467"/>
              <a:gd name="connsiteY12" fmla="*/ 3472928 h 4842336"/>
              <a:gd name="connsiteX13" fmla="*/ 3195055 w 5113467"/>
              <a:gd name="connsiteY13" fmla="*/ 4840888 h 4842336"/>
              <a:gd name="connsiteX14" fmla="*/ 2432893 w 5113467"/>
              <a:gd name="connsiteY14" fmla="*/ 3718549 h 4842336"/>
              <a:gd name="connsiteX15" fmla="*/ 1103906 w 5113467"/>
              <a:gd name="connsiteY15" fmla="*/ 4437432 h 4842336"/>
              <a:gd name="connsiteX16" fmla="*/ 1588268 w 5113467"/>
              <a:gd name="connsiteY16" fmla="*/ 2982171 h 4842336"/>
              <a:gd name="connsiteX17" fmla="*/ 10941 w 5113467"/>
              <a:gd name="connsiteY17" fmla="*/ 2871943 h 4842336"/>
              <a:gd name="connsiteX0" fmla="*/ 10941 w 5113467"/>
              <a:gd name="connsiteY0" fmla="*/ 2871943 h 4842336"/>
              <a:gd name="connsiteX1" fmla="*/ 1623883 w 5113467"/>
              <a:gd name="connsiteY1" fmla="*/ 2131971 h 4842336"/>
              <a:gd name="connsiteX2" fmla="*/ 496448 w 5113467"/>
              <a:gd name="connsiteY2" fmla="*/ 934102 h 4842336"/>
              <a:gd name="connsiteX3" fmla="*/ 2264542 w 5113467"/>
              <a:gd name="connsiteY3" fmla="*/ 1457423 h 4842336"/>
              <a:gd name="connsiteX4" fmla="*/ 2778435 w 5113467"/>
              <a:gd name="connsiteY4" fmla="*/ 376 h 4842336"/>
              <a:gd name="connsiteX5" fmla="*/ 3191782 w 5113467"/>
              <a:gd name="connsiteY5" fmla="*/ 1613777 h 4842336"/>
              <a:gd name="connsiteX6" fmla="*/ 4708859 w 5113467"/>
              <a:gd name="connsiteY6" fmla="*/ 711600 h 4842336"/>
              <a:gd name="connsiteX7" fmla="*/ 4283767 w 5113467"/>
              <a:gd name="connsiteY7" fmla="*/ 1481367 h 4842336"/>
              <a:gd name="connsiteX8" fmla="*/ 3933674 w 5113467"/>
              <a:gd name="connsiteY8" fmla="*/ 2013361 h 4842336"/>
              <a:gd name="connsiteX9" fmla="*/ 5113376 w 5113467"/>
              <a:gd name="connsiteY9" fmla="*/ 2339765 h 4842336"/>
              <a:gd name="connsiteX10" fmla="*/ 3874626 w 5113467"/>
              <a:gd name="connsiteY10" fmla="*/ 2812017 h 4842336"/>
              <a:gd name="connsiteX11" fmla="*/ 4839255 w 5113467"/>
              <a:gd name="connsiteY11" fmla="*/ 3987808 h 4842336"/>
              <a:gd name="connsiteX12" fmla="*/ 3360142 w 5113467"/>
              <a:gd name="connsiteY12" fmla="*/ 3472928 h 4842336"/>
              <a:gd name="connsiteX13" fmla="*/ 3195055 w 5113467"/>
              <a:gd name="connsiteY13" fmla="*/ 4840888 h 4842336"/>
              <a:gd name="connsiteX14" fmla="*/ 2432893 w 5113467"/>
              <a:gd name="connsiteY14" fmla="*/ 3718549 h 4842336"/>
              <a:gd name="connsiteX15" fmla="*/ 1103906 w 5113467"/>
              <a:gd name="connsiteY15" fmla="*/ 4437432 h 4842336"/>
              <a:gd name="connsiteX16" fmla="*/ 1588268 w 5113467"/>
              <a:gd name="connsiteY16" fmla="*/ 2982171 h 4842336"/>
              <a:gd name="connsiteX17" fmla="*/ 10941 w 5113467"/>
              <a:gd name="connsiteY17" fmla="*/ 2871943 h 4842336"/>
            </a:gdLst>
            <a:rect l="l" t="t" r="r" b="b"/>
            <a:pathLst>
              <a:path w="5113467" h="4842336">
                <a:moveTo>
                  <a:pt x="10941" y="2871943"/>
                </a:moveTo>
                <a:cubicBezTo>
                  <a:pt x="-133165" y="2864186"/>
                  <a:pt x="1186011" y="2342550"/>
                  <a:pt x="1623883" y="2131971"/>
                </a:cubicBezTo>
                <a:cubicBezTo>
                  <a:pt x="1463522" y="1944955"/>
                  <a:pt x="559785" y="1125194"/>
                  <a:pt x="496448" y="934102"/>
                </a:cubicBezTo>
                <a:cubicBezTo>
                  <a:pt x="496242" y="859702"/>
                  <a:pt x="2167940" y="1438559"/>
                  <a:pt x="2264542" y="1457423"/>
                </a:cubicBezTo>
                <a:cubicBezTo>
                  <a:pt x="2383985" y="1210092"/>
                  <a:pt x="2572744" y="370638"/>
                  <a:pt x="2778435" y="376"/>
                </a:cubicBezTo>
                <a:cubicBezTo>
                  <a:pt x="2864730" y="-25098"/>
                  <a:pt x="3096740" y="1251340"/>
                  <a:pt x="3191782" y="1613777"/>
                </a:cubicBezTo>
                <a:cubicBezTo>
                  <a:pt x="3846850" y="1216373"/>
                  <a:pt x="4524029" y="677887"/>
                  <a:pt x="4708859" y="711600"/>
                </a:cubicBezTo>
                <a:cubicBezTo>
                  <a:pt x="4682029" y="917420"/>
                  <a:pt x="4379632" y="1342752"/>
                  <a:pt x="4283767" y="1481367"/>
                </a:cubicBezTo>
                <a:lnTo>
                  <a:pt x="3933674" y="2013361"/>
                </a:lnTo>
                <a:cubicBezTo>
                  <a:pt x="4199296" y="2079989"/>
                  <a:pt x="4981863" y="2236546"/>
                  <a:pt x="5113376" y="2339765"/>
                </a:cubicBezTo>
                <a:cubicBezTo>
                  <a:pt x="5122708" y="2482002"/>
                  <a:pt x="4414109" y="2568301"/>
                  <a:pt x="3874626" y="2812017"/>
                </a:cubicBezTo>
                <a:cubicBezTo>
                  <a:pt x="4068985" y="3056194"/>
                  <a:pt x="4646826" y="3630712"/>
                  <a:pt x="4839255" y="3987808"/>
                </a:cubicBezTo>
                <a:cubicBezTo>
                  <a:pt x="4873795" y="4086399"/>
                  <a:pt x="3678757" y="3513942"/>
                  <a:pt x="3360142" y="3472928"/>
                </a:cubicBezTo>
                <a:cubicBezTo>
                  <a:pt x="3313766" y="3788235"/>
                  <a:pt x="3229978" y="4781903"/>
                  <a:pt x="3195055" y="4840888"/>
                </a:cubicBezTo>
                <a:cubicBezTo>
                  <a:pt x="3058760" y="4889358"/>
                  <a:pt x="2497162" y="3704868"/>
                  <a:pt x="2432893" y="3718549"/>
                </a:cubicBezTo>
                <a:cubicBezTo>
                  <a:pt x="2301511" y="3712882"/>
                  <a:pt x="1249236" y="4573515"/>
                  <a:pt x="1103906" y="4437432"/>
                </a:cubicBezTo>
                <a:cubicBezTo>
                  <a:pt x="1178777" y="3959550"/>
                  <a:pt x="1460352" y="3422164"/>
                  <a:pt x="1588268" y="2982171"/>
                </a:cubicBezTo>
                <a:cubicBezTo>
                  <a:pt x="1500275" y="2910840"/>
                  <a:pt x="14457" y="2978890"/>
                  <a:pt x="10941" y="2871943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620E7251-7D68-ADE9-EBFD-8C96E6DB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224" flipH="0" flipV="0">
            <a:off x="8325166" y="2282648"/>
            <a:ext cx="219549" cy="91105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E20D687-5676-A1DC-E1BD-3DCAC4F3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6966" flipH="0" flipV="1">
            <a:off x="8114107" y="1728764"/>
            <a:ext cx="303961" cy="358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C78CEED0-7BD6-2475-DDE7-BE60DBDF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6966" flipH="0" flipV="1">
            <a:off x="8139856" y="1950713"/>
            <a:ext cx="232483" cy="135748"/>
          </a:xfrm>
          <a:custGeom xmlns:a="http://schemas.openxmlformats.org/drawingml/2006/main">
            <a:gdLst>
              <a:gd name="connsiteX0" fmla="*/ 102196 w 191528"/>
              <a:gd name="connsiteY0" fmla="*/ 111835 h 111835"/>
              <a:gd name="connsiteX1" fmla="*/ 190731 w 191528"/>
              <a:gd name="connsiteY1" fmla="*/ 68568 h 111835"/>
              <a:gd name="connsiteX2" fmla="*/ 191528 w 191528"/>
              <a:gd name="connsiteY2" fmla="*/ 67173 h 111835"/>
              <a:gd name="connsiteX3" fmla="*/ 177867 w 191528"/>
              <a:gd name="connsiteY3" fmla="*/ 43267 h 111835"/>
              <a:gd name="connsiteX4" fmla="*/ 89332 w 191528"/>
              <a:gd name="connsiteY4" fmla="*/ 0 h 111835"/>
              <a:gd name="connsiteX5" fmla="*/ 797 w 191528"/>
              <a:gd name="connsiteY5" fmla="*/ 43267 h 111835"/>
              <a:gd name="connsiteX6" fmla="*/ 0 w 191528"/>
              <a:gd name="connsiteY6" fmla="*/ 44662 h 111835"/>
              <a:gd name="connsiteX7" fmla="*/ 13661 w 191528"/>
              <a:gd name="connsiteY7" fmla="*/ 68568 h 111835"/>
              <a:gd name="connsiteX8" fmla="*/ 102196 w 191528"/>
              <a:gd name="connsiteY8" fmla="*/ 111835 h 111835"/>
            </a:gdLst>
            <a:rect l="l" t="t" r="r" b="b"/>
            <a:pathLst>
              <a:path w="191528" h="111835">
                <a:moveTo>
                  <a:pt x="102196" y="111835"/>
                </a:moveTo>
                <a:cubicBezTo>
                  <a:pt x="136771" y="111835"/>
                  <a:pt x="168073" y="95301"/>
                  <a:pt x="190731" y="68568"/>
                </a:cubicBezTo>
                <a:lnTo>
                  <a:pt x="191528" y="67173"/>
                </a:lnTo>
                <a:lnTo>
                  <a:pt x="177867" y="43267"/>
                </a:lnTo>
                <a:cubicBezTo>
                  <a:pt x="155209" y="16534"/>
                  <a:pt x="123907" y="0"/>
                  <a:pt x="89332" y="0"/>
                </a:cubicBezTo>
                <a:cubicBezTo>
                  <a:pt x="54757" y="0"/>
                  <a:pt x="23455" y="16534"/>
                  <a:pt x="797" y="43267"/>
                </a:cubicBezTo>
                <a:lnTo>
                  <a:pt x="0" y="44662"/>
                </a:lnTo>
                <a:lnTo>
                  <a:pt x="13661" y="68568"/>
                </a:lnTo>
                <a:cubicBezTo>
                  <a:pt x="36319" y="95301"/>
                  <a:pt x="67621" y="111835"/>
                  <a:pt x="102196" y="111835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7C97EE4-DC55-00D0-5D5A-978D534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6966" flipH="0" flipV="1">
            <a:off x="8539691" y="1796601"/>
            <a:ext cx="303961" cy="358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58BD5328-36E0-8D3D-9AC5-7441BBB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6966" flipH="0" flipV="1">
            <a:off x="8565440" y="2018549"/>
            <a:ext cx="232483" cy="135748"/>
          </a:xfrm>
          <a:custGeom xmlns:a="http://schemas.openxmlformats.org/drawingml/2006/main">
            <a:gdLst>
              <a:gd name="connsiteX0" fmla="*/ 102196 w 191528"/>
              <a:gd name="connsiteY0" fmla="*/ 111835 h 111835"/>
              <a:gd name="connsiteX1" fmla="*/ 190731 w 191528"/>
              <a:gd name="connsiteY1" fmla="*/ 68568 h 111835"/>
              <a:gd name="connsiteX2" fmla="*/ 191528 w 191528"/>
              <a:gd name="connsiteY2" fmla="*/ 67173 h 111835"/>
              <a:gd name="connsiteX3" fmla="*/ 177867 w 191528"/>
              <a:gd name="connsiteY3" fmla="*/ 43267 h 111835"/>
              <a:gd name="connsiteX4" fmla="*/ 89332 w 191528"/>
              <a:gd name="connsiteY4" fmla="*/ 0 h 111835"/>
              <a:gd name="connsiteX5" fmla="*/ 797 w 191528"/>
              <a:gd name="connsiteY5" fmla="*/ 43267 h 111835"/>
              <a:gd name="connsiteX6" fmla="*/ 0 w 191528"/>
              <a:gd name="connsiteY6" fmla="*/ 44662 h 111835"/>
              <a:gd name="connsiteX7" fmla="*/ 13661 w 191528"/>
              <a:gd name="connsiteY7" fmla="*/ 68568 h 111835"/>
              <a:gd name="connsiteX8" fmla="*/ 102196 w 191528"/>
              <a:gd name="connsiteY8" fmla="*/ 111835 h 111835"/>
            </a:gdLst>
            <a:rect l="l" t="t" r="r" b="b"/>
            <a:pathLst>
              <a:path w="191528" h="111835">
                <a:moveTo>
                  <a:pt x="102196" y="111835"/>
                </a:moveTo>
                <a:cubicBezTo>
                  <a:pt x="136771" y="111835"/>
                  <a:pt x="168073" y="95301"/>
                  <a:pt x="190731" y="68568"/>
                </a:cubicBezTo>
                <a:lnTo>
                  <a:pt x="191528" y="67173"/>
                </a:lnTo>
                <a:lnTo>
                  <a:pt x="177867" y="43267"/>
                </a:lnTo>
                <a:cubicBezTo>
                  <a:pt x="155209" y="16534"/>
                  <a:pt x="123907" y="0"/>
                  <a:pt x="89332" y="0"/>
                </a:cubicBezTo>
                <a:cubicBezTo>
                  <a:pt x="54757" y="0"/>
                  <a:pt x="23455" y="16534"/>
                  <a:pt x="797" y="43267"/>
                </a:cubicBezTo>
                <a:lnTo>
                  <a:pt x="0" y="44662"/>
                </a:lnTo>
                <a:lnTo>
                  <a:pt x="13661" y="68568"/>
                </a:lnTo>
                <a:cubicBezTo>
                  <a:pt x="36319" y="95301"/>
                  <a:pt x="67621" y="111835"/>
                  <a:pt x="102196" y="111835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itle 22">
            <a:extLst xmlns:a="http://schemas.openxmlformats.org/drawingml/2006/main"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1981200"/>
            <a:ext cx="5893516" cy="292125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2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25" name="Subtitle 2">
            <a:extLst xmlns:a="http://schemas.openxmlformats.org/drawingml/2006/main"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9659" y="4902454"/>
            <a:ext cx="4898036" cy="1243513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cap="none" baseline="0"/>
            </a:lvl1pPr>
          </a:lstStyle>
          <a:p xmlns:a="http://schemas.openxmlformats.org/drawingml/2006/main">
            <a:pPr lvl="0">
              <a:buNone/>
            </a:pPr>
            <a:r>
              <a:t>Clique para editar o estilo do subtítulo Mestre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00790" y="251847"/>
            <a:ext cx="325661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00790" y="6341919"/>
            <a:ext cx="1806461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EBE2C260-226F-0303-4884-7AAE4840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1834" flipH="0" flipV="1">
            <a:off x="8178315" y="4701550"/>
            <a:ext cx="2333558" cy="2005494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870E2107-B25C-7D66-0A22-2D3F858C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558218" y="5332103"/>
            <a:ext cx="315468" cy="372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B357750C-FE1E-96E9-9035-CE1F425D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440773" y="5332103"/>
            <a:ext cx="189898" cy="168534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AFE9603-9748-1035-C828-C59E183C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998962" y="5235409"/>
            <a:ext cx="315468" cy="372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Freeform: Shape 20">
            <a:extLst xmlns:a="http://schemas.openxmlformats.org/drawingml/2006/main">
              <a:ext uri="{FF2B5EF4-FFF2-40B4-BE49-F238E27FC236}">
                <a16:creationId xmlns:a16="http://schemas.microsoft.com/office/drawing/2014/main" id="{452D3419-4F1B-0681-7E92-D953FA85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879892" y="5235409"/>
            <a:ext cx="189898" cy="168534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1271D20E-EB91-A613-FA0E-F7EC22C7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157830" y="5555898"/>
            <a:ext cx="117865" cy="5340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502920"/>
            <a:ext cx="10515600" cy="978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9660" y="1511748"/>
            <a:ext cx="10515600" cy="45994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  <a:alpha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1133061"/>
            <a:ext cx="4576888" cy="358802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72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14" name="Subtitle 2">
            <a:extLst xmlns:a="http://schemas.openxmlformats.org/drawingml/2006/main"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9659" y="4721088"/>
            <a:ext cx="4298593" cy="1003852"/>
          </a:xfr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cap="none" baseline="0"/>
            </a:lvl1pPr>
          </a:lstStyle>
          <a:p xmlns:a="http://schemas.openxmlformats.org/drawingml/2006/main">
            <a:pPr lvl="0">
              <a:buNone/>
            </a:pPr>
            <a:r>
              <a:t>Clique para editar o estilo do subtítulo Mestre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00790" y="256032"/>
            <a:ext cx="325661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00790" y="6341919"/>
            <a:ext cx="1806461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23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602083" y="1542762"/>
            <a:ext cx="5707601" cy="5315238"/>
          </a:xfrm>
          <a:custGeom xmlns:a="http://schemas.openxmlformats.org/drawingml/2006/main"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41097d261c4af6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 </a:t>
            </a:r>
          </a:p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776" y="0"/>
            <a:ext cx="4025224" cy="2166290"/>
          </a:xfrm>
          <a:custGeom xmlns:a="http://schemas.openxmlformats.org/drawingml/2006/main"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Title with Picture 2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3bc4f376794437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V="1">
            <a:off x="6213837" y="739228"/>
            <a:ext cx="5448722" cy="4494463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644615" y="5223305"/>
            <a:ext cx="4421642" cy="1651023"/>
          </a:xfrm>
          <a:custGeom xmlns:a="http://schemas.openxmlformats.org/drawingml/2006/main"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952503" y="1335635"/>
            <a:ext cx="4010358" cy="23963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6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514704" y="3850055"/>
            <a:ext cx="3042459" cy="10038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49554" y="649107"/>
            <a:ext cx="6879229" cy="5580115"/>
          </a:xfrm>
          <a:custGeom xmlns:a="http://schemas.openxmlformats.org/drawingml/2006/main"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653" y="2351727"/>
            <a:ext cx="3887763" cy="264666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72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42264" y="948906"/>
            <a:ext cx="4331108" cy="5055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Agenda with Pictur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54310" y="1070670"/>
            <a:ext cx="4488575" cy="14530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354310" y="256032"/>
            <a:ext cx="3256613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354310" y="2545730"/>
            <a:ext cx="4488575" cy="35690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 sz="1400">
                <a:solidFill>
                  <a:schemeClr val="tx2"/>
                </a:solidFill>
              </a:defRPr>
            </a:lvl3pPr>
            <a:lvl4pPr>
              <a:buNone/>
              <a:defRPr sz="1400">
                <a:solidFill>
                  <a:schemeClr val="tx2"/>
                </a:solidFill>
              </a:defRPr>
            </a:lvl4pPr>
            <a:lvl5pPr>
              <a:buNone/>
              <a:defRPr sz="1400">
                <a:solidFill>
                  <a:schemeClr val="tx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354310" y="6356350"/>
            <a:ext cx="288061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24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 rot="21048132">
            <a:off x="1031694" y="796632"/>
            <a:ext cx="3725672" cy="3664445"/>
          </a:xfrm>
          <a:custGeom xmlns:a="http://schemas.openxmlformats.org/drawingml/2006/main"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8e7dec83ea496e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  </a:t>
            </a:r>
          </a:p>
        </p:txBody>
      </p:sp>
      <p:sp>
        <p:nvSpPr>
          <p:cNvPr id="25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1769839" y="4353227"/>
            <a:ext cx="2448883" cy="1230417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0" name="Freeform 9">
            <a:extLst xmlns:a="http://schemas.openxmlformats.org/drawingml/2006/main"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40837" flipH="1">
            <a:off x="1581156" y="5591494"/>
            <a:ext cx="2315009" cy="1266376"/>
          </a:xfrm>
          <a:custGeom xmlns:a="http://schemas.openxmlformats.org/drawingml/2006/main"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28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DE610B33-E292-9F11-4A6E-0FF88920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1397" y="5138945"/>
            <a:ext cx="626222" cy="86343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97165388-148A-221C-3FA3-50B9A61B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437576" y="4775542"/>
            <a:ext cx="219908" cy="259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30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1F069273-C2A7-3D8B-5203-4527BC8B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443240" y="4775542"/>
            <a:ext cx="132375" cy="117482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rgbClr val="2C343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80AA5136-A18C-C2B6-E9C2-10452AF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127491" y="4813561"/>
            <a:ext cx="219908" cy="259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32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9DF0C0FE-A9B3-F4DB-36E8-A044451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132021" y="4813561"/>
            <a:ext cx="132375" cy="117482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rgbClr val="2C343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abeçalho da Seção">
    <p:bg>
      <p:bgPr>
        <a:solidFill xmlns:a="http://schemas.openxmlformats.org/drawingml/2006/main">
          <a:schemeClr val="accent2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8660">
            <a:off x="-905498" y="1677624"/>
            <a:ext cx="12803897" cy="5197757"/>
          </a:xfrm>
          <a:custGeom xmlns:a="http://schemas.openxmlformats.org/drawingml/2006/main"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 xmlns:a="http://schemas.openxmlformats.org/drawingml/2006/main">
            <a:schemeClr val="bg2">
              <a:alpha val="1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00790" y="2880794"/>
            <a:ext cx="7813623" cy="37025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r>
              <a:t>Section Header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00790" y="256032"/>
            <a:ext cx="3256613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0" y="1834373"/>
            <a:ext cx="4451073" cy="1447313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776439" y="1834374"/>
            <a:ext cx="4566440" cy="37228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776439" y="6356350"/>
            <a:ext cx="317268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531603" flipH="1" flipV="1">
            <a:off x="572309" y="5403881"/>
            <a:ext cx="2210866" cy="1146496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62601">
            <a:off x="1686615" y="3570969"/>
            <a:ext cx="1886784" cy="1900950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755581">
            <a:off x="2689157" y="5224197"/>
            <a:ext cx="2003020" cy="1096769"/>
          </a:xfrm>
          <a:custGeom xmlns:a="http://schemas.openxmlformats.org/drawingml/2006/main"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EB2478F-A743-FE6F-6997-12E196E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62796" flipH="0" flipV="1">
            <a:off x="2301013" y="4332112"/>
            <a:ext cx="250414" cy="295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5391B45E-F469-B6A8-F28E-A7F3058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22065" flipH="0" flipV="1">
            <a:off x="2436799" y="4421312"/>
            <a:ext cx="149879" cy="131537"/>
          </a:xfrm>
          <a:custGeom xmlns:a="http://schemas.openxmlformats.org/drawingml/2006/main">
            <a:gdLst>
              <a:gd name="connsiteX0" fmla="*/ 149879 w 149879"/>
              <a:gd name="connsiteY0" fmla="*/ 105628 h 131537"/>
              <a:gd name="connsiteX1" fmla="*/ 147897 w 149879"/>
              <a:gd name="connsiteY1" fmla="*/ 97833 h 131537"/>
              <a:gd name="connsiteX2" fmla="*/ 115021 w 149879"/>
              <a:gd name="connsiteY2" fmla="*/ 49643 h 131537"/>
              <a:gd name="connsiteX3" fmla="*/ 16070 w 149879"/>
              <a:gd name="connsiteY3" fmla="*/ 0 h 131537"/>
              <a:gd name="connsiteX4" fmla="*/ 4741 w 149879"/>
              <a:gd name="connsiteY4" fmla="*/ 1093 h 131537"/>
              <a:gd name="connsiteX5" fmla="*/ 2207 w 149879"/>
              <a:gd name="connsiteY5" fmla="*/ 2021 h 131537"/>
              <a:gd name="connsiteX6" fmla="*/ 878 w 149879"/>
              <a:gd name="connsiteY6" fmla="*/ 7595 h 131537"/>
              <a:gd name="connsiteX7" fmla="*/ 85594 w 149879"/>
              <a:gd name="connsiteY7" fmla="*/ 131308 h 131537"/>
              <a:gd name="connsiteX8" fmla="*/ 122784 w 149879"/>
              <a:gd name="connsiteY8" fmla="*/ 124978 h 131537"/>
            </a:gdLst>
            <a:rect l="l" t="t" r="r" b="b"/>
            <a:pathLst>
              <a:path w="149879" h="131537">
                <a:moveTo>
                  <a:pt x="149879" y="105628"/>
                </a:moveTo>
                <a:lnTo>
                  <a:pt x="147897" y="97833"/>
                </a:lnTo>
                <a:cubicBezTo>
                  <a:pt x="140174" y="80720"/>
                  <a:pt x="129193" y="64312"/>
                  <a:pt x="115021" y="49643"/>
                </a:cubicBezTo>
                <a:cubicBezTo>
                  <a:pt x="86678" y="20305"/>
                  <a:pt x="50939" y="3482"/>
                  <a:pt x="16070" y="0"/>
                </a:cubicBezTo>
                <a:lnTo>
                  <a:pt x="4741" y="1093"/>
                </a:lnTo>
                <a:lnTo>
                  <a:pt x="2207" y="2021"/>
                </a:lnTo>
                <a:lnTo>
                  <a:pt x="878" y="7595"/>
                </a:lnTo>
                <a:cubicBezTo>
                  <a:pt x="-6520" y="84025"/>
                  <a:pt x="33831" y="127304"/>
                  <a:pt x="85594" y="131308"/>
                </a:cubicBezTo>
                <a:cubicBezTo>
                  <a:pt x="98535" y="132309"/>
                  <a:pt x="111115" y="130004"/>
                  <a:pt x="122784" y="124978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0C4706A5-7A0D-5A74-03B7-BC81D73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62796" flipH="0" flipV="1">
            <a:off x="2714444" y="4314649"/>
            <a:ext cx="250414" cy="295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0F770CF4-B3EE-6232-E447-04277D5F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22065" flipH="0" flipV="1">
            <a:off x="2850230" y="4403849"/>
            <a:ext cx="149879" cy="131537"/>
          </a:xfrm>
          <a:custGeom xmlns:a="http://schemas.openxmlformats.org/drawingml/2006/main">
            <a:gdLst>
              <a:gd name="connsiteX0" fmla="*/ 149879 w 149879"/>
              <a:gd name="connsiteY0" fmla="*/ 105628 h 131537"/>
              <a:gd name="connsiteX1" fmla="*/ 147897 w 149879"/>
              <a:gd name="connsiteY1" fmla="*/ 97833 h 131537"/>
              <a:gd name="connsiteX2" fmla="*/ 115021 w 149879"/>
              <a:gd name="connsiteY2" fmla="*/ 49643 h 131537"/>
              <a:gd name="connsiteX3" fmla="*/ 16070 w 149879"/>
              <a:gd name="connsiteY3" fmla="*/ 0 h 131537"/>
              <a:gd name="connsiteX4" fmla="*/ 4741 w 149879"/>
              <a:gd name="connsiteY4" fmla="*/ 1093 h 131537"/>
              <a:gd name="connsiteX5" fmla="*/ 2207 w 149879"/>
              <a:gd name="connsiteY5" fmla="*/ 2021 h 131537"/>
              <a:gd name="connsiteX6" fmla="*/ 878 w 149879"/>
              <a:gd name="connsiteY6" fmla="*/ 7595 h 131537"/>
              <a:gd name="connsiteX7" fmla="*/ 85594 w 149879"/>
              <a:gd name="connsiteY7" fmla="*/ 131308 h 131537"/>
              <a:gd name="connsiteX8" fmla="*/ 122784 w 149879"/>
              <a:gd name="connsiteY8" fmla="*/ 124978 h 131537"/>
            </a:gdLst>
            <a:rect l="l" t="t" r="r" b="b"/>
            <a:pathLst>
              <a:path w="149879" h="131537">
                <a:moveTo>
                  <a:pt x="149879" y="105628"/>
                </a:moveTo>
                <a:lnTo>
                  <a:pt x="147897" y="97833"/>
                </a:lnTo>
                <a:cubicBezTo>
                  <a:pt x="140174" y="80720"/>
                  <a:pt x="129193" y="64312"/>
                  <a:pt x="115021" y="49643"/>
                </a:cubicBezTo>
                <a:cubicBezTo>
                  <a:pt x="86678" y="20305"/>
                  <a:pt x="50939" y="3482"/>
                  <a:pt x="16070" y="0"/>
                </a:cubicBezTo>
                <a:lnTo>
                  <a:pt x="4741" y="1093"/>
                </a:lnTo>
                <a:lnTo>
                  <a:pt x="2207" y="2021"/>
                </a:lnTo>
                <a:lnTo>
                  <a:pt x="878" y="7595"/>
                </a:lnTo>
                <a:cubicBezTo>
                  <a:pt x="-6520" y="84025"/>
                  <a:pt x="33831" y="127304"/>
                  <a:pt x="85594" y="131308"/>
                </a:cubicBezTo>
                <a:cubicBezTo>
                  <a:pt x="98535" y="132309"/>
                  <a:pt x="111115" y="130004"/>
                  <a:pt x="122784" y="124978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84107">
            <a:off x="2582081" y="4689445"/>
            <a:ext cx="124751" cy="13733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AAF28E9C-654B-9B53-91F1-68F6C59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36109" flipH="1" flipV="0">
            <a:off x="-10890357" y="5791125"/>
            <a:ext cx="99594" cy="161665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91C93B7D-C257-A7A0-B694-081E9CA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63891" flipH="0" flipV="0">
            <a:off x="-10522734" y="5811440"/>
            <a:ext cx="99594" cy="161665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BD8BBF25-BD81-0EDE-359F-175061D7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0674947" y="6119467"/>
            <a:ext cx="181146" cy="69821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25495" y="4902832"/>
            <a:ext cx="1947856" cy="1962481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301122" flipH="1" flipV="1">
            <a:off x="6667414" y="5271714"/>
            <a:ext cx="2235932" cy="1213807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222743">
            <a:off x="8676787" y="5159997"/>
            <a:ext cx="1904644" cy="1134193"/>
          </a:xfrm>
          <a:custGeom xmlns:a="http://schemas.openxmlformats.org/drawingml/2006/main"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68B0E6B-34E0-FEE2-89BF-62531B7B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842655" flipH="1" flipV="0">
            <a:off x="10982019" y="5688860"/>
            <a:ext cx="115098" cy="118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EA730A9C-9D8C-A823-D695-5C54229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68595" y="6015704"/>
            <a:ext cx="200013" cy="77092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D9704DFA-5A09-EE3E-964A-391DC9A2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36109" flipH="0" flipV="0">
            <a:off x="11395861" y="5659521"/>
            <a:ext cx="109967" cy="178503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5D693631-801B-B096-47E5-C73C1EFB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1051" y="5736453"/>
            <a:ext cx="150308" cy="53724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Freeform: Shape 23">
            <a:extLst xmlns:a="http://schemas.openxmlformats.org/drawingml/2006/main">
              <a:ext uri="{FF2B5EF4-FFF2-40B4-BE49-F238E27FC236}">
                <a16:creationId xmlns:a16="http://schemas.microsoft.com/office/drawing/2014/main" id="{63BBE4E4-3A3D-5522-E285-FB5B619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2098" y="5732841"/>
            <a:ext cx="150308" cy="53724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889C6A6-70BF-169E-4DC6-F18CB74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8153" y="5835953"/>
            <a:ext cx="654454" cy="18843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A2CF4568-AF56-C9DA-101A-8D2DE15F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93559" y="5313738"/>
            <a:ext cx="218680" cy="258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Freeform: Shape 30">
            <a:extLst xmlns:a="http://schemas.openxmlformats.org/drawingml/2006/main">
              <a:ext uri="{FF2B5EF4-FFF2-40B4-BE49-F238E27FC236}">
                <a16:creationId xmlns:a16="http://schemas.microsoft.com/office/drawing/2014/main" id="{6DEB9F6D-028B-F675-170F-EB9B8ED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12147" y="5313738"/>
            <a:ext cx="131636" cy="116827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A0E20388-2B6F-882F-550C-EB1EEE5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605886" y="5246710"/>
            <a:ext cx="218680" cy="258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Freeform: Shape 32">
            <a:extLst xmlns:a="http://schemas.openxmlformats.org/drawingml/2006/main">
              <a:ext uri="{FF2B5EF4-FFF2-40B4-BE49-F238E27FC236}">
                <a16:creationId xmlns:a16="http://schemas.microsoft.com/office/drawing/2014/main" id="{42E71AE5-B7D7-F8C9-712C-5C9EE7F0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523347" y="5246710"/>
            <a:ext cx="131636" cy="116827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Freeform: Shape 33">
            <a:extLst xmlns:a="http://schemas.openxmlformats.org/drawingml/2006/main">
              <a:ext uri="{FF2B5EF4-FFF2-40B4-BE49-F238E27FC236}">
                <a16:creationId xmlns:a16="http://schemas.microsoft.com/office/drawing/2014/main" id="{C310E982-8C26-D492-0139-A3D88D5C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711624" y="5533250"/>
            <a:ext cx="81704" cy="37023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947057"/>
            <a:ext cx="3847847" cy="2171700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20975" y="922246"/>
            <a:ext cx="5618483" cy="3095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928991" y="6356350"/>
            <a:ext cx="206653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77382" y="6356350"/>
            <a:ext cx="491834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087">
            <a:off x="3673573" y="4743092"/>
            <a:ext cx="2146968" cy="2044828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89" y="970539"/>
            <a:ext cx="3672139" cy="211634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0790" y="3102503"/>
            <a:ext cx="2694536" cy="27491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99660" y="6356350"/>
            <a:ext cx="2173481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873141" y="6356350"/>
            <a:ext cx="125251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 rot="-60000">
            <a:off x="5326181" y="503529"/>
            <a:ext cx="6470404" cy="6381741"/>
          </a:xfrm>
          <a:custGeom xmlns:a="http://schemas.openxmlformats.org/drawingml/2006/main"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69310311264b1a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C16810E-FBD3-2782-B418-0B7CBB54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62796" flipH="0" flipV="1">
            <a:off x="4528770" y="5617369"/>
            <a:ext cx="206833" cy="244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Freeform: Shape 10">
            <a:extLst xmlns:a="http://schemas.openxmlformats.org/drawingml/2006/main">
              <a:ext uri="{FF2B5EF4-FFF2-40B4-BE49-F238E27FC236}">
                <a16:creationId xmlns:a16="http://schemas.microsoft.com/office/drawing/2014/main" id="{774EA105-50A2-B88F-772C-D7703D52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22065" flipH="0" flipV="1">
            <a:off x="4640925" y="5691045"/>
            <a:ext cx="123795" cy="108645"/>
          </a:xfrm>
          <a:custGeom xmlns:a="http://schemas.openxmlformats.org/drawingml/2006/main">
            <a:gdLst>
              <a:gd name="connsiteX0" fmla="*/ 149879 w 149879"/>
              <a:gd name="connsiteY0" fmla="*/ 105628 h 131537"/>
              <a:gd name="connsiteX1" fmla="*/ 147897 w 149879"/>
              <a:gd name="connsiteY1" fmla="*/ 97833 h 131537"/>
              <a:gd name="connsiteX2" fmla="*/ 115021 w 149879"/>
              <a:gd name="connsiteY2" fmla="*/ 49643 h 131537"/>
              <a:gd name="connsiteX3" fmla="*/ 16070 w 149879"/>
              <a:gd name="connsiteY3" fmla="*/ 0 h 131537"/>
              <a:gd name="connsiteX4" fmla="*/ 4741 w 149879"/>
              <a:gd name="connsiteY4" fmla="*/ 1093 h 131537"/>
              <a:gd name="connsiteX5" fmla="*/ 2207 w 149879"/>
              <a:gd name="connsiteY5" fmla="*/ 2021 h 131537"/>
              <a:gd name="connsiteX6" fmla="*/ 878 w 149879"/>
              <a:gd name="connsiteY6" fmla="*/ 7595 h 131537"/>
              <a:gd name="connsiteX7" fmla="*/ 85594 w 149879"/>
              <a:gd name="connsiteY7" fmla="*/ 131308 h 131537"/>
              <a:gd name="connsiteX8" fmla="*/ 122784 w 149879"/>
              <a:gd name="connsiteY8" fmla="*/ 124978 h 131537"/>
            </a:gdLst>
            <a:rect l="l" t="t" r="r" b="b"/>
            <a:pathLst>
              <a:path w="149879" h="131537">
                <a:moveTo>
                  <a:pt x="149879" y="105628"/>
                </a:moveTo>
                <a:lnTo>
                  <a:pt x="147897" y="97833"/>
                </a:lnTo>
                <a:cubicBezTo>
                  <a:pt x="140174" y="80720"/>
                  <a:pt x="129193" y="64312"/>
                  <a:pt x="115021" y="49643"/>
                </a:cubicBezTo>
                <a:cubicBezTo>
                  <a:pt x="86678" y="20305"/>
                  <a:pt x="50939" y="3482"/>
                  <a:pt x="16070" y="0"/>
                </a:cubicBezTo>
                <a:lnTo>
                  <a:pt x="4741" y="1093"/>
                </a:lnTo>
                <a:lnTo>
                  <a:pt x="2207" y="2021"/>
                </a:lnTo>
                <a:lnTo>
                  <a:pt x="878" y="7595"/>
                </a:lnTo>
                <a:cubicBezTo>
                  <a:pt x="-6520" y="84025"/>
                  <a:pt x="33831" y="127304"/>
                  <a:pt x="85594" y="131308"/>
                </a:cubicBezTo>
                <a:cubicBezTo>
                  <a:pt x="98535" y="132309"/>
                  <a:pt x="111115" y="130004"/>
                  <a:pt x="122784" y="124978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F3A381B1-068D-C74E-25E1-0D42A205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62796" flipH="0" flipV="1">
            <a:off x="4811866" y="5602945"/>
            <a:ext cx="206833" cy="244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0CEFB066-0FBA-B2D3-4528-4C85B1A9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22065" flipH="0" flipV="1">
            <a:off x="4924020" y="5676621"/>
            <a:ext cx="123795" cy="108645"/>
          </a:xfrm>
          <a:custGeom xmlns:a="http://schemas.openxmlformats.org/drawingml/2006/main">
            <a:gdLst>
              <a:gd name="connsiteX0" fmla="*/ 149879 w 149879"/>
              <a:gd name="connsiteY0" fmla="*/ 105628 h 131537"/>
              <a:gd name="connsiteX1" fmla="*/ 147897 w 149879"/>
              <a:gd name="connsiteY1" fmla="*/ 97833 h 131537"/>
              <a:gd name="connsiteX2" fmla="*/ 115021 w 149879"/>
              <a:gd name="connsiteY2" fmla="*/ 49643 h 131537"/>
              <a:gd name="connsiteX3" fmla="*/ 16070 w 149879"/>
              <a:gd name="connsiteY3" fmla="*/ 0 h 131537"/>
              <a:gd name="connsiteX4" fmla="*/ 4741 w 149879"/>
              <a:gd name="connsiteY4" fmla="*/ 1093 h 131537"/>
              <a:gd name="connsiteX5" fmla="*/ 2207 w 149879"/>
              <a:gd name="connsiteY5" fmla="*/ 2021 h 131537"/>
              <a:gd name="connsiteX6" fmla="*/ 878 w 149879"/>
              <a:gd name="connsiteY6" fmla="*/ 7595 h 131537"/>
              <a:gd name="connsiteX7" fmla="*/ 85594 w 149879"/>
              <a:gd name="connsiteY7" fmla="*/ 131308 h 131537"/>
              <a:gd name="connsiteX8" fmla="*/ 122784 w 149879"/>
              <a:gd name="connsiteY8" fmla="*/ 124978 h 131537"/>
            </a:gdLst>
            <a:rect l="l" t="t" r="r" b="b"/>
            <a:pathLst>
              <a:path w="149879" h="131537">
                <a:moveTo>
                  <a:pt x="149879" y="105628"/>
                </a:moveTo>
                <a:lnTo>
                  <a:pt x="147897" y="97833"/>
                </a:lnTo>
                <a:cubicBezTo>
                  <a:pt x="140174" y="80720"/>
                  <a:pt x="129193" y="64312"/>
                  <a:pt x="115021" y="49643"/>
                </a:cubicBezTo>
                <a:cubicBezTo>
                  <a:pt x="86678" y="20305"/>
                  <a:pt x="50939" y="3482"/>
                  <a:pt x="16070" y="0"/>
                </a:cubicBezTo>
                <a:lnTo>
                  <a:pt x="4741" y="1093"/>
                </a:lnTo>
                <a:lnTo>
                  <a:pt x="2207" y="2021"/>
                </a:lnTo>
                <a:lnTo>
                  <a:pt x="878" y="7595"/>
                </a:lnTo>
                <a:cubicBezTo>
                  <a:pt x="-6520" y="84025"/>
                  <a:pt x="33831" y="127304"/>
                  <a:pt x="85594" y="131308"/>
                </a:cubicBezTo>
                <a:cubicBezTo>
                  <a:pt x="98535" y="132309"/>
                  <a:pt x="111115" y="130004"/>
                  <a:pt x="122784" y="124978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078" y="5936343"/>
            <a:ext cx="134669" cy="4571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0" y="393947"/>
            <a:ext cx="4317777" cy="14565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0790" y="1866073"/>
            <a:ext cx="4317777" cy="41848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008607" y="715327"/>
            <a:ext cx="6174128" cy="5170603"/>
          </a:xfrm>
          <a:custGeom xmlns:a="http://schemas.openxmlformats.org/drawingml/2006/main"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8c9ce85c8b4c33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78417">
            <a:off x="5226311" y="5728725"/>
            <a:ext cx="2131513" cy="1040024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6B109EC9-0B66-D112-9A2F-6C04915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6117784"/>
            <a:ext cx="218024" cy="257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Freeform: Shape 35">
            <a:extLst xmlns:a="http://schemas.openxmlformats.org/drawingml/2006/main">
              <a:ext uri="{FF2B5EF4-FFF2-40B4-BE49-F238E27FC236}">
                <a16:creationId xmlns:a16="http://schemas.microsoft.com/office/drawing/2014/main" id="{79DA0E32-2A9E-3DB7-EE9B-782A983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168" y="6117784"/>
            <a:ext cx="131241" cy="116476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D1BEF5F2-194B-76C6-E20C-7BF4815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2510" y="6050957"/>
            <a:ext cx="218024" cy="257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Freeform: Shape 37">
            <a:extLst xmlns:a="http://schemas.openxmlformats.org/drawingml/2006/main">
              <a:ext uri="{FF2B5EF4-FFF2-40B4-BE49-F238E27FC236}">
                <a16:creationId xmlns:a16="http://schemas.microsoft.com/office/drawing/2014/main" id="{11635AF6-8966-8100-A012-FF197970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4801" y="6050957"/>
            <a:ext cx="131241" cy="116476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Freeform: Shape 38">
            <a:extLst xmlns:a="http://schemas.openxmlformats.org/drawingml/2006/main">
              <a:ext uri="{FF2B5EF4-FFF2-40B4-BE49-F238E27FC236}">
                <a16:creationId xmlns:a16="http://schemas.microsoft.com/office/drawing/2014/main" id="{72BC8D46-5871-31FD-7843-B208B6E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7089" y="6336638"/>
            <a:ext cx="81459" cy="36912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1542">
            <a:off x="1936564" y="5732033"/>
            <a:ext cx="2409819" cy="1099578"/>
          </a:xfrm>
          <a:custGeom xmlns:a="http://schemas.openxmlformats.org/drawingml/2006/main"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61909" y="524414"/>
            <a:ext cx="5099448" cy="14565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7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79267" y="2090182"/>
            <a:ext cx="3810250" cy="3691086"/>
          </a:xfrm>
          <a:custGeom xmlns:a="http://schemas.openxmlformats.org/drawingml/2006/main"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cf5da8ab02b48eb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vert="horz" wrap="square" lIns="91440" tIns="45720" rIns="91440" bIns="45720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lvl="0" indent="0">
              <a:buNone/>
            </a:pPr>
            <a:r>
              <a:t>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761909" y="1996540"/>
            <a:ext cx="5099448" cy="4082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761909" y="6356350"/>
            <a:ext cx="317268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9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040461">
            <a:off x="2721815" y="671469"/>
            <a:ext cx="2138987" cy="2029695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1" y="646981"/>
            <a:ext cx="3924475" cy="177482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0791" y="2437418"/>
            <a:ext cx="3924475" cy="361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630779" y="1"/>
            <a:ext cx="6561221" cy="6857999"/>
          </a:xfrm>
          <a:custGeom xmlns:a="http://schemas.openxmlformats.org/drawingml/2006/main"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22193ef2e64ef3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00790" y="6341919"/>
            <a:ext cx="264944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350239" y="6356350"/>
            <a:ext cx="12671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99288" y="6356350"/>
            <a:ext cx="491834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0" y="530973"/>
            <a:ext cx="5395210" cy="14565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0790" y="2003099"/>
            <a:ext cx="5395210" cy="40167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16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 rot="21445552">
            <a:off x="6850601" y="1238846"/>
            <a:ext cx="4920503" cy="5710219"/>
          </a:xfrm>
          <a:custGeom xmlns:a="http://schemas.openxmlformats.org/drawingml/2006/main"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ab93b3d52664f0d">
              <a:alphaModFix amt="60000"/>
            </a:blip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294911" y="6356350"/>
            <a:ext cx="180108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37920" y="6356350"/>
            <a:ext cx="54725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50976">
            <a:off x="10293274" y="488579"/>
            <a:ext cx="1998763" cy="950307"/>
          </a:xfrm>
          <a:custGeom xmlns:a="http://schemas.openxmlformats.org/drawingml/2006/main"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530973"/>
            <a:ext cx="5395210" cy="14565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9660" y="2003099"/>
            <a:ext cx="5395210" cy="40167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 rot="21429196">
            <a:off x="6624315" y="183622"/>
            <a:ext cx="5543342" cy="6080538"/>
          </a:xfrm>
          <a:custGeom xmlns:a="http://schemas.openxmlformats.org/drawingml/2006/main"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36a4bdd2ebf4a5c">
              <a:alphaModFix amt="60000"/>
            </a:blip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99660" y="6356350"/>
            <a:ext cx="317268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9552711" y="6356350"/>
            <a:ext cx="180108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37920" y="6356350"/>
            <a:ext cx="54725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20" name="Oval 28">
            <a:extLst xmlns:a="http://schemas.openxmlformats.org/drawingml/2006/main"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99426">
            <a:off x="6252667" y="4935505"/>
            <a:ext cx="1800041" cy="1775781"/>
          </a:xfrm>
          <a:custGeom xmlns:a="http://schemas.openxmlformats.org/drawingml/2006/main"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2C30964C-23D6-6A1F-9B3D-211EE16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0771603" y="5933457"/>
            <a:ext cx="626222" cy="86343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222C6CE2-D5F6-D391-6769-2FA1C4C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127782" y="5570054"/>
            <a:ext cx="219908" cy="259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8A70E6DA-2CCB-333F-CF01-25091DD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133446" y="5570054"/>
            <a:ext cx="132375" cy="117482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7032E2D2-EED1-81D7-BCB0-617356BC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817697" y="5608073"/>
            <a:ext cx="219908" cy="259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7D4E2E0E-0263-345D-95F4-1DBE004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822227" y="5608073"/>
            <a:ext cx="132375" cy="117482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4088" y="345440"/>
            <a:ext cx="6472566" cy="11332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089" y="1494301"/>
            <a:ext cx="6472566" cy="46016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04088" y="6356350"/>
            <a:ext cx="324262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740976" y="6356350"/>
            <a:ext cx="180108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44241" y="6356350"/>
            <a:ext cx="547255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044872" y="0"/>
            <a:ext cx="4147127" cy="6858000"/>
          </a:xfrm>
          <a:custGeom xmlns:a="http://schemas.openxmlformats.org/drawingml/2006/main"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0dd63ac75047f7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2" y="4426528"/>
            <a:ext cx="3853453" cy="1689602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4106174"/>
          </a:xfrm>
          <a:custGeom xmlns:a="http://schemas.openxmlformats.org/drawingml/2006/main"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38e099adb964280">
              <a:alphaModFix amt="60000"/>
            </a:blip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925961" y="4426528"/>
            <a:ext cx="6602723" cy="18588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59" y="947783"/>
            <a:ext cx="3055595" cy="1570973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75586" y="3232355"/>
            <a:ext cx="3496759" cy="2961002"/>
          </a:xfrm>
          <a:custGeom xmlns:a="http://schemas.openxmlformats.org/drawingml/2006/main"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6c65cdf77f4c8e">
              <a:alphaModFix amt="60000"/>
            </a:blip>
            <a:stretch>
              <a:fillRect l="0" t="0" r="0" b="0"/>
            </a:stretch>
          </a:blip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92438" y="947783"/>
            <a:ext cx="7298771" cy="52455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0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264538">
            <a:off x="2396934" y="2544071"/>
            <a:ext cx="1039389" cy="1047193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>
  <p:cSld name="Number Larg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20994" y="4478218"/>
            <a:ext cx="7057007" cy="147866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2400" b="0" spc="0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14" name="Content Placeholder 13">
            <a:extLst xmlns:a="http://schemas.openxmlformats.org/drawingml/2006/main"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4027488" y="825500"/>
            <a:ext cx="7746596" cy="450097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00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##%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20995" y="6356350"/>
            <a:ext cx="3172685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D1CEF69E-788E-7099-4364-1CD62B25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27098" flipH="0" flipV="1">
            <a:off x="-19311218" y="5193936"/>
            <a:ext cx="1997052" cy="1580673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59801 w 4601400"/>
              <a:gd name="connsiteY0" fmla="*/ 1 h 3768667"/>
              <a:gd name="connsiteX1" fmla="*/ 4601400 w 4601400"/>
              <a:gd name="connsiteY1" fmla="*/ 489661 h 3768667"/>
              <a:gd name="connsiteX2" fmla="*/ 4075298 w 4601400"/>
              <a:gd name="connsiteY2" fmla="*/ 2514984 h 3768667"/>
              <a:gd name="connsiteX3" fmla="*/ 3429564 w 4601400"/>
              <a:gd name="connsiteY3" fmla="*/ 3491789 h 3768667"/>
              <a:gd name="connsiteX4" fmla="*/ 2854945 w 4601400"/>
              <a:gd name="connsiteY4" fmla="*/ 3712607 h 3768667"/>
              <a:gd name="connsiteX5" fmla="*/ 1916088 w 4601400"/>
              <a:gd name="connsiteY5" fmla="*/ 3767755 h 3768667"/>
              <a:gd name="connsiteX6" fmla="*/ 497230 w 4601400"/>
              <a:gd name="connsiteY6" fmla="*/ 3395817 h 3768667"/>
              <a:gd name="connsiteX7" fmla="*/ 22415 w 4601400"/>
              <a:gd name="connsiteY7" fmla="*/ 1638072 h 3768667"/>
              <a:gd name="connsiteX8" fmla="*/ 159801 w 4601400"/>
              <a:gd name="connsiteY8" fmla="*/ 1 h 3768667"/>
            </a:gdLst>
            <a:rect l="l" t="t" r="r" b="b"/>
            <a:pathLst>
              <a:path w="4601400" h="3768667">
                <a:moveTo>
                  <a:pt x="159801" y="1"/>
                </a:moveTo>
                <a:cubicBezTo>
                  <a:pt x="1630548" y="92676"/>
                  <a:pt x="3130653" y="396986"/>
                  <a:pt x="4601400" y="489661"/>
                </a:cubicBezTo>
                <a:cubicBezTo>
                  <a:pt x="4465883" y="1545762"/>
                  <a:pt x="4270604" y="2014629"/>
                  <a:pt x="4075298" y="2514984"/>
                </a:cubicBezTo>
                <a:cubicBezTo>
                  <a:pt x="4050687" y="2611573"/>
                  <a:pt x="3571157" y="3366352"/>
                  <a:pt x="3429564" y="3491789"/>
                </a:cubicBezTo>
                <a:cubicBezTo>
                  <a:pt x="3317890" y="3584815"/>
                  <a:pt x="3037572" y="3644389"/>
                  <a:pt x="2854945" y="3712607"/>
                </a:cubicBezTo>
                <a:cubicBezTo>
                  <a:pt x="2479985" y="3787308"/>
                  <a:pt x="2178814" y="3764612"/>
                  <a:pt x="1916088" y="3767755"/>
                </a:cubicBezTo>
                <a:cubicBezTo>
                  <a:pt x="1653362" y="3770898"/>
                  <a:pt x="735866" y="3467122"/>
                  <a:pt x="497230" y="3395817"/>
                </a:cubicBezTo>
                <a:cubicBezTo>
                  <a:pt x="19204" y="2712818"/>
                  <a:pt x="59597" y="2124611"/>
                  <a:pt x="22415" y="1638072"/>
                </a:cubicBezTo>
                <a:cubicBezTo>
                  <a:pt x="-8910" y="1367065"/>
                  <a:pt x="-37735" y="539630"/>
                  <a:pt x="159801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8277E407-7A9E-FC37-F619-CD34117C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91777" flipH="1" flipV="0">
            <a:off x="-17497039" y="5164811"/>
            <a:ext cx="2174500" cy="1003894"/>
          </a:xfrm>
          <a:custGeom xmlns:a="http://schemas.openxmlformats.org/drawingml/2006/main"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9670498C-1B66-7269-8740-DECC857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981183" flipH="1" flipV="0">
            <a:off x="-19145054" y="3007417"/>
            <a:ext cx="2174300" cy="2244549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</a:gdLst>
            <a:rect l="l" t="t" r="r" b="b"/>
            <a:pathLst>
              <a:path w="4824210" h="4624766">
                <a:moveTo>
                  <a:pt x="1" y="1323797"/>
                </a:moveTo>
                <a:cubicBezTo>
                  <a:pt x="633323" y="1383878"/>
                  <a:pt x="1417823" y="1609420"/>
                  <a:pt x="1681474" y="1572492"/>
                </a:cubicBezTo>
                <a:cubicBezTo>
                  <a:pt x="1790594" y="1166583"/>
                  <a:pt x="1786880" y="594423"/>
                  <a:pt x="1951481" y="1"/>
                </a:cubicBezTo>
                <a:cubicBezTo>
                  <a:pt x="2170664" y="403056"/>
                  <a:pt x="2557955" y="1041315"/>
                  <a:pt x="2652997" y="1403752"/>
                </a:cubicBezTo>
                <a:cubicBezTo>
                  <a:pt x="3103419" y="986424"/>
                  <a:pt x="3766490" y="310769"/>
                  <a:pt x="3924155" y="239593"/>
                </a:cubicBezTo>
                <a:cubicBezTo>
                  <a:pt x="3844662" y="673958"/>
                  <a:pt x="3460640" y="1722223"/>
                  <a:pt x="3501933" y="1818899"/>
                </a:cubicBezTo>
                <a:cubicBezTo>
                  <a:pt x="3736212" y="1853076"/>
                  <a:pt x="4692606" y="1988247"/>
                  <a:pt x="4824119" y="2091466"/>
                </a:cubicBezTo>
                <a:cubicBezTo>
                  <a:pt x="4833451" y="2233703"/>
                  <a:pt x="4124852" y="2320002"/>
                  <a:pt x="3585369" y="2563718"/>
                </a:cubicBezTo>
                <a:cubicBezTo>
                  <a:pt x="3779728" y="2807895"/>
                  <a:pt x="4357569" y="3382413"/>
                  <a:pt x="4549998" y="3739509"/>
                </a:cubicBezTo>
                <a:cubicBezTo>
                  <a:pt x="4200214" y="3679853"/>
                  <a:pt x="3389500" y="3265643"/>
                  <a:pt x="3070885" y="3224629"/>
                </a:cubicBezTo>
                <a:cubicBezTo>
                  <a:pt x="3024509" y="3539936"/>
                  <a:pt x="2850190" y="4334804"/>
                  <a:pt x="2769359" y="4623606"/>
                </a:cubicBezTo>
                <a:cubicBezTo>
                  <a:pt x="2633064" y="4672076"/>
                  <a:pt x="2081638" y="3185383"/>
                  <a:pt x="2017369" y="3199064"/>
                </a:cubicBezTo>
                <a:cubicBezTo>
                  <a:pt x="1885987" y="3193397"/>
                  <a:pt x="500174" y="3767558"/>
                  <a:pt x="354844" y="3631475"/>
                </a:cubicBezTo>
                <a:cubicBezTo>
                  <a:pt x="790024" y="3084190"/>
                  <a:pt x="1108810" y="2833278"/>
                  <a:pt x="1306700" y="2405719"/>
                </a:cubicBezTo>
                <a:cubicBezTo>
                  <a:pt x="1218707" y="2334388"/>
                  <a:pt x="52036" y="1460613"/>
                  <a:pt x="1" y="1323797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3E16DB23-6D47-5C83-7FE7-ABB369B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9936532" y="4220117"/>
            <a:ext cx="549299" cy="75737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07481BB-763A-C248-2ED2-57D87B81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228679" y="3934703"/>
            <a:ext cx="192895" cy="227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0B07F7F2-2281-55F7-CDE9-72492E07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233646" y="3934703"/>
            <a:ext cx="116115" cy="103051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19C66C9-712E-A913-6586-9DC56877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9976964" y="3934703"/>
            <a:ext cx="192895" cy="227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Freeform: Shape 23">
            <a:extLst xmlns:a="http://schemas.openxmlformats.org/drawingml/2006/main">
              <a:ext uri="{FF2B5EF4-FFF2-40B4-BE49-F238E27FC236}">
                <a16:creationId xmlns:a16="http://schemas.microsoft.com/office/drawing/2014/main" id="{77BB9F2C-69DE-0F8A-2448-8E7116F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9980938" y="3934703"/>
            <a:ext cx="116115" cy="103051"/>
          </a:xfrm>
          <a:custGeom xmlns:a="http://schemas.openxmlformats.org/drawingml/2006/main">
            <a:gdLst>
              <a:gd name="connsiteX0" fmla="*/ 66769 w 325836"/>
              <a:gd name="connsiteY0" fmla="*/ 0 h 289179"/>
              <a:gd name="connsiteX1" fmla="*/ 316147 w 325836"/>
              <a:gd name="connsiteY1" fmla="*/ 195023 h 289179"/>
              <a:gd name="connsiteX2" fmla="*/ 325836 w 325836"/>
              <a:gd name="connsiteY2" fmla="*/ 231847 h 289179"/>
              <a:gd name="connsiteX3" fmla="*/ 265409 w 325836"/>
              <a:gd name="connsiteY3" fmla="*/ 275001 h 289179"/>
              <a:gd name="connsiteX4" fmla="*/ 185019 w 325836"/>
              <a:gd name="connsiteY4" fmla="*/ 288684 h 289179"/>
              <a:gd name="connsiteX5" fmla="*/ 1897 w 325836"/>
              <a:gd name="connsiteY5" fmla="*/ 21266 h 289179"/>
              <a:gd name="connsiteX6" fmla="*/ 4770 w 325836"/>
              <a:gd name="connsiteY6" fmla="*/ 9217 h 289179"/>
              <a:gd name="connsiteX7" fmla="*/ 12224 w 325836"/>
              <a:gd name="connsiteY7" fmla="*/ 6487 h 289179"/>
              <a:gd name="connsiteX8" fmla="*/ 66769 w 325836"/>
              <a:gd name="connsiteY8" fmla="*/ 0 h 289179"/>
            </a:gdLst>
            <a:rect l="l" t="t" r="r" b="b"/>
            <a:pathLst>
              <a:path w="325836" h="289179">
                <a:moveTo>
                  <a:pt x="66769" y="0"/>
                </a:moveTo>
                <a:cubicBezTo>
                  <a:pt x="178875" y="0"/>
                  <a:pt x="275061" y="80416"/>
                  <a:pt x="316147" y="195023"/>
                </a:cubicBezTo>
                <a:lnTo>
                  <a:pt x="325836" y="231847"/>
                </a:lnTo>
                <a:lnTo>
                  <a:pt x="265409" y="275001"/>
                </a:lnTo>
                <a:cubicBezTo>
                  <a:pt x="240185" y="285865"/>
                  <a:pt x="212992" y="290848"/>
                  <a:pt x="185019" y="288684"/>
                </a:cubicBezTo>
                <a:cubicBezTo>
                  <a:pt x="73129" y="280029"/>
                  <a:pt x="-14093" y="186477"/>
                  <a:pt x="1897" y="21266"/>
                </a:cubicBezTo>
                <a:lnTo>
                  <a:pt x="4770" y="9217"/>
                </a:lnTo>
                <a:lnTo>
                  <a:pt x="12224" y="6487"/>
                </a:lnTo>
                <a:cubicBezTo>
                  <a:pt x="29843" y="2234"/>
                  <a:pt x="48085" y="0"/>
                  <a:pt x="66769" y="0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Freeform: Shape 25">
            <a:extLst xmlns:a="http://schemas.openxmlformats.org/drawingml/2006/main">
              <a:ext uri="{FF2B5EF4-FFF2-40B4-BE49-F238E27FC236}">
                <a16:creationId xmlns:a16="http://schemas.microsoft.com/office/drawing/2014/main" id="{2D222837-7749-059B-31B3-3C94E13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36109" flipH="1" flipV="0">
            <a:off x="-20343327" y="5795641"/>
            <a:ext cx="118024" cy="191581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E282144B-DA4D-9B8F-ABE7-6A079798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63891" flipH="0" flipV="0">
            <a:off x="-19907676" y="5819715"/>
            <a:ext cx="118024" cy="191581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Freeform: Shape 27">
            <a:extLst xmlns:a="http://schemas.openxmlformats.org/drawingml/2006/main">
              <a:ext uri="{FF2B5EF4-FFF2-40B4-BE49-F238E27FC236}">
                <a16:creationId xmlns:a16="http://schemas.microsoft.com/office/drawing/2014/main" id="{DCD27526-03E0-F0C3-53BB-272478AA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0088056" y="6184742"/>
            <a:ext cx="214667" cy="82741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" preserve="1">
  <p:cSld name="Statement">
    <p:bg>
      <p:bgPr>
        <a:solidFill xmlns:a="http://schemas.openxmlformats.org/drawingml/2006/main">
          <a:schemeClr val="accent5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0" y="-944880"/>
            <a:ext cx="10388366" cy="80772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125318" y="1570716"/>
            <a:ext cx="7941365" cy="3816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55000"/>
              </a:lnSpc>
              <a:buNone/>
              <a:defRPr sz="8000" b="1">
                <a:latin typeface="+mj-lt"/>
                <a:ea typeface="+mj-lt"/>
                <a:cs typeface="+mj-lt"/>
              </a:defRPr>
            </a:lvl1pPr>
            <a:lvl2pPr marL="457200" indent="0" algn="ctr">
              <a:lnSpc>
                <a:spcPct val="55000"/>
              </a:lnSpc>
              <a:buNone/>
              <a:defRPr sz="8000" b="1">
                <a:latin typeface="+mj-lt"/>
                <a:ea typeface="+mj-lt"/>
                <a:cs typeface="+mj-lt"/>
              </a:defRPr>
            </a:lvl2pPr>
            <a:lvl3pPr marL="914400" indent="0" algn="ctr">
              <a:lnSpc>
                <a:spcPct val="55000"/>
              </a:lnSpc>
              <a:buNone/>
              <a:defRPr sz="8000" b="1">
                <a:latin typeface="+mj-lt"/>
                <a:ea typeface="+mj-lt"/>
                <a:cs typeface="+mj-lt"/>
              </a:defRPr>
            </a:lvl3pPr>
            <a:lvl4pPr marL="1371600" indent="0" algn="ctr">
              <a:lnSpc>
                <a:spcPct val="55000"/>
              </a:lnSpc>
              <a:buNone/>
              <a:defRPr sz="8000" b="1">
                <a:latin typeface="+mj-lt"/>
                <a:ea typeface="+mj-lt"/>
                <a:cs typeface="+mj-lt"/>
              </a:defRPr>
            </a:lvl4pPr>
            <a:lvl5pPr marL="1828800" indent="0" algn="ctr">
              <a:lnSpc>
                <a:spcPct val="55000"/>
              </a:lnSpc>
              <a:buNone/>
              <a:defRPr sz="8000" b="1"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add Statement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6" name="Oval 28">
            <a:extLst xmlns:a="http://schemas.openxmlformats.org/drawingml/2006/main"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8485">
            <a:off x="2900060" y="3022504"/>
            <a:ext cx="4798434" cy="4772083"/>
          </a:xfrm>
          <a:custGeom xmlns:a="http://schemas.openxmlformats.org/drawingml/2006/main"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 xmlns:a="http://schemas.openxmlformats.org/drawingml/2006/main">
            <a:schemeClr val="bg2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55070">
            <a:off x="7248091" y="616479"/>
            <a:ext cx="4949074" cy="4986231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 xmlns:a="http://schemas.openxmlformats.org/drawingml/2006/main">
            <a:schemeClr val="bg2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32732">
            <a:off x="-598866" y="1426895"/>
            <a:ext cx="6033509" cy="2778669"/>
          </a:xfrm>
          <a:custGeom xmlns:a="http://schemas.openxmlformats.org/drawingml/2006/main"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 xmlns:a="http://schemas.openxmlformats.org/drawingml/2006/main">
            <a:schemeClr val="bg2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Quot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Oval 28">
            <a:extLst xmlns:a="http://schemas.openxmlformats.org/drawingml/2006/main"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585563">
            <a:off x="10241755" y="4995728"/>
            <a:ext cx="1858039" cy="1910197"/>
          </a:xfrm>
          <a:custGeom xmlns:a="http://schemas.openxmlformats.org/drawingml/2006/main"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00790" y="5270513"/>
            <a:ext cx="6816291" cy="80772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Quote Author</a:t>
            </a: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685802" y="1375079"/>
            <a:ext cx="7394054" cy="32016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 sz="4400"/>
            </a:lvl1pPr>
          </a:lstStyle>
          <a:p xmlns:a="http://schemas.openxmlformats.org/drawingml/2006/main">
            <a:pPr lvl="0">
              <a:buNone/>
            </a:pPr>
            <a:r>
              <a:t>Click to add Quote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755125" y="6356350"/>
            <a:ext cx="2066535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003516" y="6356350"/>
            <a:ext cx="491834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1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10187">
            <a:off x="8540964" y="5072757"/>
            <a:ext cx="2167730" cy="1145130"/>
          </a:xfrm>
          <a:custGeom xmlns:a="http://schemas.openxmlformats.org/drawingml/2006/main"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 xmlns:a="http://schemas.openxmlformats.org/drawingml/2006/main"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714281">
            <a:off x="9934395" y="2992309"/>
            <a:ext cx="2033560" cy="2048828"/>
          </a:xfrm>
          <a:custGeom xmlns:a="http://schemas.openxmlformats.org/drawingml/2006/main"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84107">
            <a:off x="11181008" y="6103856"/>
            <a:ext cx="124751" cy="13733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C0EEBD5B-FB39-50AA-1214-747DCD07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36109" flipH="1" flipV="0">
            <a:off x="-4846347" y="5464841"/>
            <a:ext cx="99594" cy="161665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20ED9D33-5B4E-90D8-D488-95CE77F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63891" flipH="0" flipV="0">
            <a:off x="-4478724" y="5485156"/>
            <a:ext cx="99594" cy="161665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520F23AD-BE92-A89F-127D-8172F015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4630937" y="5793183"/>
            <a:ext cx="181146" cy="69821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9BA1864B-B3D8-DBB2-DE91-56194E6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62796" flipH="1" flipV="1">
            <a:off x="9083090" y="5677386"/>
            <a:ext cx="206832" cy="244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Freeform: Shape 10">
            <a:extLst xmlns:a="http://schemas.openxmlformats.org/drawingml/2006/main">
              <a:ext uri="{FF2B5EF4-FFF2-40B4-BE49-F238E27FC236}">
                <a16:creationId xmlns:a16="http://schemas.microsoft.com/office/drawing/2014/main" id="{0E4FD2E7-021A-3CAD-BBEB-C3DA6671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22065" flipH="1" flipV="1">
            <a:off x="8970936" y="5751062"/>
            <a:ext cx="123794" cy="108645"/>
          </a:xfrm>
          <a:custGeom xmlns:a="http://schemas.openxmlformats.org/drawingml/2006/main">
            <a:gdLst>
              <a:gd name="connsiteX0" fmla="*/ 149879 w 149879"/>
              <a:gd name="connsiteY0" fmla="*/ 105628 h 131537"/>
              <a:gd name="connsiteX1" fmla="*/ 147897 w 149879"/>
              <a:gd name="connsiteY1" fmla="*/ 97833 h 131537"/>
              <a:gd name="connsiteX2" fmla="*/ 115021 w 149879"/>
              <a:gd name="connsiteY2" fmla="*/ 49643 h 131537"/>
              <a:gd name="connsiteX3" fmla="*/ 16070 w 149879"/>
              <a:gd name="connsiteY3" fmla="*/ 0 h 131537"/>
              <a:gd name="connsiteX4" fmla="*/ 4741 w 149879"/>
              <a:gd name="connsiteY4" fmla="*/ 1093 h 131537"/>
              <a:gd name="connsiteX5" fmla="*/ 2207 w 149879"/>
              <a:gd name="connsiteY5" fmla="*/ 2021 h 131537"/>
              <a:gd name="connsiteX6" fmla="*/ 878 w 149879"/>
              <a:gd name="connsiteY6" fmla="*/ 7595 h 131537"/>
              <a:gd name="connsiteX7" fmla="*/ 85594 w 149879"/>
              <a:gd name="connsiteY7" fmla="*/ 131308 h 131537"/>
              <a:gd name="connsiteX8" fmla="*/ 122784 w 149879"/>
              <a:gd name="connsiteY8" fmla="*/ 124978 h 131537"/>
            </a:gdLst>
            <a:rect l="l" t="t" r="r" b="b"/>
            <a:pathLst>
              <a:path w="149879" h="131537">
                <a:moveTo>
                  <a:pt x="149879" y="105628"/>
                </a:moveTo>
                <a:lnTo>
                  <a:pt x="147897" y="97833"/>
                </a:lnTo>
                <a:cubicBezTo>
                  <a:pt x="140174" y="80720"/>
                  <a:pt x="129193" y="64312"/>
                  <a:pt x="115021" y="49643"/>
                </a:cubicBezTo>
                <a:cubicBezTo>
                  <a:pt x="86678" y="20305"/>
                  <a:pt x="50939" y="3482"/>
                  <a:pt x="16070" y="0"/>
                </a:cubicBezTo>
                <a:lnTo>
                  <a:pt x="4741" y="1093"/>
                </a:lnTo>
                <a:lnTo>
                  <a:pt x="2207" y="2021"/>
                </a:lnTo>
                <a:lnTo>
                  <a:pt x="878" y="7595"/>
                </a:lnTo>
                <a:cubicBezTo>
                  <a:pt x="-6520" y="84025"/>
                  <a:pt x="33831" y="127304"/>
                  <a:pt x="85594" y="131308"/>
                </a:cubicBezTo>
                <a:cubicBezTo>
                  <a:pt x="98535" y="132309"/>
                  <a:pt x="111115" y="130004"/>
                  <a:pt x="122784" y="124978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EA79C37-9D84-E7CA-9360-EF7895C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62796" flipH="1" flipV="1">
            <a:off x="8758738" y="5662962"/>
            <a:ext cx="206832" cy="244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1A4768A1-F55C-247D-F9E6-6EE4C041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22065" flipH="1" flipV="1">
            <a:off x="8646590" y="5736638"/>
            <a:ext cx="123794" cy="108645"/>
          </a:xfrm>
          <a:custGeom xmlns:a="http://schemas.openxmlformats.org/drawingml/2006/main">
            <a:gdLst>
              <a:gd name="connsiteX0" fmla="*/ 149879 w 149879"/>
              <a:gd name="connsiteY0" fmla="*/ 105628 h 131537"/>
              <a:gd name="connsiteX1" fmla="*/ 147897 w 149879"/>
              <a:gd name="connsiteY1" fmla="*/ 97833 h 131537"/>
              <a:gd name="connsiteX2" fmla="*/ 115021 w 149879"/>
              <a:gd name="connsiteY2" fmla="*/ 49643 h 131537"/>
              <a:gd name="connsiteX3" fmla="*/ 16070 w 149879"/>
              <a:gd name="connsiteY3" fmla="*/ 0 h 131537"/>
              <a:gd name="connsiteX4" fmla="*/ 4741 w 149879"/>
              <a:gd name="connsiteY4" fmla="*/ 1093 h 131537"/>
              <a:gd name="connsiteX5" fmla="*/ 2207 w 149879"/>
              <a:gd name="connsiteY5" fmla="*/ 2021 h 131537"/>
              <a:gd name="connsiteX6" fmla="*/ 878 w 149879"/>
              <a:gd name="connsiteY6" fmla="*/ 7595 h 131537"/>
              <a:gd name="connsiteX7" fmla="*/ 85594 w 149879"/>
              <a:gd name="connsiteY7" fmla="*/ 131308 h 131537"/>
              <a:gd name="connsiteX8" fmla="*/ 122784 w 149879"/>
              <a:gd name="connsiteY8" fmla="*/ 124978 h 131537"/>
            </a:gdLst>
            <a:rect l="l" t="t" r="r" b="b"/>
            <a:pathLst>
              <a:path w="149879" h="131537">
                <a:moveTo>
                  <a:pt x="149879" y="105628"/>
                </a:moveTo>
                <a:lnTo>
                  <a:pt x="147897" y="97833"/>
                </a:lnTo>
                <a:cubicBezTo>
                  <a:pt x="140174" y="80720"/>
                  <a:pt x="129193" y="64312"/>
                  <a:pt x="115021" y="49643"/>
                </a:cubicBezTo>
                <a:cubicBezTo>
                  <a:pt x="86678" y="20305"/>
                  <a:pt x="50939" y="3482"/>
                  <a:pt x="16070" y="0"/>
                </a:cubicBezTo>
                <a:lnTo>
                  <a:pt x="4741" y="1093"/>
                </a:lnTo>
                <a:lnTo>
                  <a:pt x="2207" y="2021"/>
                </a:lnTo>
                <a:lnTo>
                  <a:pt x="878" y="7595"/>
                </a:lnTo>
                <a:cubicBezTo>
                  <a:pt x="-6520" y="84025"/>
                  <a:pt x="33831" y="127304"/>
                  <a:pt x="85594" y="131308"/>
                </a:cubicBezTo>
                <a:cubicBezTo>
                  <a:pt x="98535" y="132309"/>
                  <a:pt x="111115" y="130004"/>
                  <a:pt x="122784" y="124978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BEC46EC4-2B0E-5879-B411-B4F8D2E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3370" y="3946362"/>
            <a:ext cx="158072" cy="5649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6FCB03E4-9321-8D47-B318-B69F725D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0525" y="3942564"/>
            <a:ext cx="158072" cy="5649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9D7FFB4D-13C1-D8E7-7BAD-68F2A25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10179" y="4051000"/>
            <a:ext cx="688256" cy="198172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tx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549041"/>
            <a:ext cx="9893999" cy="10773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9660" y="1946581"/>
            <a:ext cx="4421459" cy="424423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946581"/>
            <a:ext cx="4421459" cy="424423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3674" y="365126"/>
            <a:ext cx="10515600" cy="12612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3674" y="1626420"/>
            <a:ext cx="4434163" cy="59987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3675" y="2293205"/>
            <a:ext cx="4412432" cy="39849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26420"/>
            <a:ext cx="4434164" cy="59987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293205"/>
            <a:ext cx="4434163" cy="39849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549041"/>
            <a:ext cx="10515600" cy="1145944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obj" preserve="1">
  <p:cSld name="Conclusio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18FA0D4B-A035-10C6-FE43-49AA8581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8788418" y="3746728"/>
            <a:ext cx="2178471" cy="1062936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FC0FF313-337C-7421-9ED4-F3C36271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8787028" y="4754699"/>
            <a:ext cx="2188889" cy="1044452"/>
          </a:xfrm>
          <a:custGeom xmlns:a="http://schemas.openxmlformats.org/drawingml/2006/main"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702015"/>
              <a:gd name="connsiteY0" fmla="*/ 0 h 3130670"/>
              <a:gd name="connsiteX1" fmla="*/ 4685434 w 4702015"/>
              <a:gd name="connsiteY1" fmla="*/ 66859 h 3130670"/>
              <a:gd name="connsiteX2" fmla="*/ 4504867 w 4702015"/>
              <a:gd name="connsiteY2" fmla="*/ 1441337 h 3130670"/>
              <a:gd name="connsiteX3" fmla="*/ 3153322 w 4702015"/>
              <a:gd name="connsiteY3" fmla="*/ 3066840 h 3130670"/>
              <a:gd name="connsiteX4" fmla="*/ 1172429 w 4702015"/>
              <a:gd name="connsiteY4" fmla="*/ 2823397 h 3130670"/>
              <a:gd name="connsiteX5" fmla="*/ 167010 w 4702015"/>
              <a:gd name="connsiteY5" fmla="*/ 939931 h 3130670"/>
              <a:gd name="connsiteX6" fmla="*/ 5293 w 4702015"/>
              <a:gd name="connsiteY6" fmla="*/ 0 h 3130670"/>
              <a:gd name="connsiteX0" fmla="*/ 5293 w 4702014"/>
              <a:gd name="connsiteY0" fmla="*/ 11051 h 3141721"/>
              <a:gd name="connsiteX1" fmla="*/ 4685434 w 4702014"/>
              <a:gd name="connsiteY1" fmla="*/ 77910 h 3141721"/>
              <a:gd name="connsiteX2" fmla="*/ 4504867 w 4702014"/>
              <a:gd name="connsiteY2" fmla="*/ 1452388 h 3141721"/>
              <a:gd name="connsiteX3" fmla="*/ 3153322 w 4702014"/>
              <a:gd name="connsiteY3" fmla="*/ 3077891 h 3141721"/>
              <a:gd name="connsiteX4" fmla="*/ 1172429 w 4702014"/>
              <a:gd name="connsiteY4" fmla="*/ 2834448 h 3141721"/>
              <a:gd name="connsiteX5" fmla="*/ 167010 w 4702014"/>
              <a:gd name="connsiteY5" fmla="*/ 950982 h 3141721"/>
              <a:gd name="connsiteX6" fmla="*/ 5293 w 4702014"/>
              <a:gd name="connsiteY6" fmla="*/ 11051 h 3141721"/>
              <a:gd name="connsiteX0" fmla="*/ 6458 w 4703179"/>
              <a:gd name="connsiteY0" fmla="*/ 11051 h 3141721"/>
              <a:gd name="connsiteX1" fmla="*/ 4686599 w 4703179"/>
              <a:gd name="connsiteY1" fmla="*/ 77910 h 3141721"/>
              <a:gd name="connsiteX2" fmla="*/ 4506032 w 4703179"/>
              <a:gd name="connsiteY2" fmla="*/ 1452388 h 3141721"/>
              <a:gd name="connsiteX3" fmla="*/ 3154487 w 4703179"/>
              <a:gd name="connsiteY3" fmla="*/ 3077891 h 3141721"/>
              <a:gd name="connsiteX4" fmla="*/ 1173594 w 4703179"/>
              <a:gd name="connsiteY4" fmla="*/ 2834448 h 3141721"/>
              <a:gd name="connsiteX5" fmla="*/ 168175 w 4703179"/>
              <a:gd name="connsiteY5" fmla="*/ 950982 h 3141721"/>
              <a:gd name="connsiteX6" fmla="*/ 6458 w 4703179"/>
              <a:gd name="connsiteY6" fmla="*/ 11051 h 3141721"/>
              <a:gd name="connsiteX0" fmla="*/ 6458 w 4703179"/>
              <a:gd name="connsiteY0" fmla="*/ 11051 h 3141721"/>
              <a:gd name="connsiteX1" fmla="*/ 4686599 w 4703179"/>
              <a:gd name="connsiteY1" fmla="*/ 77910 h 3141721"/>
              <a:gd name="connsiteX2" fmla="*/ 4506032 w 4703179"/>
              <a:gd name="connsiteY2" fmla="*/ 1452388 h 3141721"/>
              <a:gd name="connsiteX3" fmla="*/ 3154487 w 4703179"/>
              <a:gd name="connsiteY3" fmla="*/ 3077891 h 3141721"/>
              <a:gd name="connsiteX4" fmla="*/ 1173594 w 4703179"/>
              <a:gd name="connsiteY4" fmla="*/ 2834448 h 3141721"/>
              <a:gd name="connsiteX5" fmla="*/ 168175 w 4703179"/>
              <a:gd name="connsiteY5" fmla="*/ 950982 h 3141721"/>
              <a:gd name="connsiteX6" fmla="*/ 6458 w 4703179"/>
              <a:gd name="connsiteY6" fmla="*/ 11051 h 3141721"/>
            </a:gdLst>
            <a:rect l="l" t="t" r="r" b="b"/>
            <a:pathLst>
              <a:path w="4703179" h="3141721">
                <a:moveTo>
                  <a:pt x="6458" y="11051"/>
                </a:moveTo>
                <a:cubicBezTo>
                  <a:pt x="1385014" y="-30184"/>
                  <a:pt x="3126552" y="55624"/>
                  <a:pt x="4686599" y="77910"/>
                </a:cubicBezTo>
                <a:cubicBezTo>
                  <a:pt x="4741396" y="94008"/>
                  <a:pt x="4655036" y="982876"/>
                  <a:pt x="4506032" y="1452388"/>
                </a:cubicBezTo>
                <a:cubicBezTo>
                  <a:pt x="4274879" y="2100600"/>
                  <a:pt x="3735605" y="2773441"/>
                  <a:pt x="3154487" y="3077891"/>
                </a:cubicBezTo>
                <a:cubicBezTo>
                  <a:pt x="2647168" y="3217689"/>
                  <a:pt x="1753030" y="3124031"/>
                  <a:pt x="1173594" y="2834448"/>
                </a:cubicBezTo>
                <a:cubicBezTo>
                  <a:pt x="632015" y="2454555"/>
                  <a:pt x="368736" y="1587166"/>
                  <a:pt x="168175" y="950982"/>
                </a:cubicBezTo>
                <a:cubicBezTo>
                  <a:pt x="100035" y="639999"/>
                  <a:pt x="-30471" y="211715"/>
                  <a:pt x="6458" y="11051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8" name="Oval 28">
            <a:extLst xmlns:a="http://schemas.openxmlformats.org/drawingml/2006/main"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585563">
            <a:off x="9746009" y="1839456"/>
            <a:ext cx="1689472" cy="1726240"/>
          </a:xfrm>
          <a:custGeom xmlns:a="http://schemas.openxmlformats.org/drawingml/2006/main"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1542">
            <a:off x="8965047" y="5760735"/>
            <a:ext cx="2447828" cy="1139851"/>
          </a:xfrm>
          <a:custGeom xmlns:a="http://schemas.openxmlformats.org/drawingml/2006/main"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E8199FA0-897D-E3CC-0D80-71528FD3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842655" flipH="1" flipV="0">
            <a:off x="9707582" y="5040635"/>
            <a:ext cx="121042" cy="124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3431"/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D39A05B6-E151-95DE-9305-05C5FD07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3795" y="5384361"/>
            <a:ext cx="210343" cy="81074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3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15588C64-78B0-7558-ED60-5CEA7CC0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36109" flipH="0" flipV="0">
            <a:off x="10142798" y="5009782"/>
            <a:ext cx="115647" cy="187722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147499"/>
              <a:gd name="connsiteX1" fmla="*/ 99248 w 202239"/>
              <a:gd name="connsiteY1" fmla="*/ 147488 h 147499"/>
              <a:gd name="connsiteX2" fmla="*/ 202239 w 202239"/>
              <a:gd name="connsiteY2" fmla="*/ 0 h 147499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202239"/>
              <a:gd name="connsiteY0" fmla="*/ 6914 h 148403"/>
              <a:gd name="connsiteX1" fmla="*/ 99248 w 202239"/>
              <a:gd name="connsiteY1" fmla="*/ 147488 h 148403"/>
              <a:gd name="connsiteX2" fmla="*/ 202239 w 202239"/>
              <a:gd name="connsiteY2" fmla="*/ 0 h 148403"/>
              <a:gd name="connsiteX0" fmla="*/ 0 w 186642"/>
              <a:gd name="connsiteY0" fmla="*/ 5652 h 147497"/>
              <a:gd name="connsiteX1" fmla="*/ 83651 w 186642"/>
              <a:gd name="connsiteY1" fmla="*/ 147488 h 147497"/>
              <a:gd name="connsiteX2" fmla="*/ 186642 w 186642"/>
              <a:gd name="connsiteY2" fmla="*/ 0 h 147497"/>
              <a:gd name="connsiteX0" fmla="*/ 0 w 158137"/>
              <a:gd name="connsiteY0" fmla="*/ 0 h 141842"/>
              <a:gd name="connsiteX1" fmla="*/ 83651 w 158137"/>
              <a:gd name="connsiteY1" fmla="*/ 141836 h 141842"/>
              <a:gd name="connsiteX2" fmla="*/ 158137 w 158137"/>
              <a:gd name="connsiteY2" fmla="*/ 4542 h 141842"/>
              <a:gd name="connsiteX0" fmla="*/ 0 w 158137"/>
              <a:gd name="connsiteY0" fmla="*/ 0 h 141868"/>
              <a:gd name="connsiteX1" fmla="*/ 83651 w 158137"/>
              <a:gd name="connsiteY1" fmla="*/ 141836 h 141868"/>
              <a:gd name="connsiteX2" fmla="*/ 158137 w 158137"/>
              <a:gd name="connsiteY2" fmla="*/ 4542 h 141868"/>
              <a:gd name="connsiteX0" fmla="*/ 0 w 148087"/>
              <a:gd name="connsiteY0" fmla="*/ 0 h 141840"/>
              <a:gd name="connsiteX1" fmla="*/ 83651 w 148087"/>
              <a:gd name="connsiteY1" fmla="*/ 141836 h 141840"/>
              <a:gd name="connsiteX2" fmla="*/ 148087 w 148087"/>
              <a:gd name="connsiteY2" fmla="*/ 3883 h 141840"/>
              <a:gd name="connsiteX0" fmla="*/ 0 w 148087"/>
              <a:gd name="connsiteY0" fmla="*/ 0 h 141841"/>
              <a:gd name="connsiteX1" fmla="*/ 83651 w 148087"/>
              <a:gd name="connsiteY1" fmla="*/ 141836 h 141841"/>
              <a:gd name="connsiteX2" fmla="*/ 148087 w 148087"/>
              <a:gd name="connsiteY2" fmla="*/ 3883 h 141841"/>
              <a:gd name="connsiteX0" fmla="*/ 0 w 148087"/>
              <a:gd name="connsiteY0" fmla="*/ 0 h 141836"/>
              <a:gd name="connsiteX1" fmla="*/ 83651 w 148087"/>
              <a:gd name="connsiteY1" fmla="*/ 141836 h 141836"/>
              <a:gd name="connsiteX2" fmla="*/ 148087 w 148087"/>
              <a:gd name="connsiteY2" fmla="*/ 3883 h 141836"/>
              <a:gd name="connsiteX0" fmla="*/ 0 w 127644"/>
              <a:gd name="connsiteY0" fmla="*/ 3287 h 145126"/>
              <a:gd name="connsiteX1" fmla="*/ 83651 w 127644"/>
              <a:gd name="connsiteY1" fmla="*/ 145123 h 145126"/>
              <a:gd name="connsiteX2" fmla="*/ 127644 w 127644"/>
              <a:gd name="connsiteY2" fmla="*/ 0 h 145126"/>
              <a:gd name="connsiteX0" fmla="*/ 0 w 127644"/>
              <a:gd name="connsiteY0" fmla="*/ 3287 h 145127"/>
              <a:gd name="connsiteX1" fmla="*/ 83651 w 127644"/>
              <a:gd name="connsiteY1" fmla="*/ 145123 h 145127"/>
              <a:gd name="connsiteX2" fmla="*/ 127644 w 127644"/>
              <a:gd name="connsiteY2" fmla="*/ 0 h 145127"/>
              <a:gd name="connsiteX0" fmla="*/ 0 w 111281"/>
              <a:gd name="connsiteY0" fmla="*/ 4905 h 146748"/>
              <a:gd name="connsiteX1" fmla="*/ 83651 w 111281"/>
              <a:gd name="connsiteY1" fmla="*/ 146741 h 146748"/>
              <a:gd name="connsiteX2" fmla="*/ 111281 w 111281"/>
              <a:gd name="connsiteY2" fmla="*/ 0 h 146748"/>
              <a:gd name="connsiteX0" fmla="*/ 0 w 111281"/>
              <a:gd name="connsiteY0" fmla="*/ 4905 h 146914"/>
              <a:gd name="connsiteX1" fmla="*/ 83651 w 111281"/>
              <a:gd name="connsiteY1" fmla="*/ 146741 h 146914"/>
              <a:gd name="connsiteX2" fmla="*/ 111281 w 111281"/>
              <a:gd name="connsiteY2" fmla="*/ 0 h 146914"/>
            </a:gdLst>
            <a:rect l="l" t="t" r="r" b="b"/>
            <a:pathLst>
              <a:path w="111281" h="146914">
                <a:moveTo>
                  <a:pt x="0" y="4905"/>
                </a:moveTo>
                <a:cubicBezTo>
                  <a:pt x="42748" y="79468"/>
                  <a:pt x="72320" y="142563"/>
                  <a:pt x="83651" y="146741"/>
                </a:cubicBezTo>
                <a:cubicBezTo>
                  <a:pt x="94982" y="150919"/>
                  <a:pt x="92190" y="78958"/>
                  <a:pt x="1112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8BA5EC45-A55E-61AB-5219-715500F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935" y="2607259"/>
            <a:ext cx="158072" cy="5649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B0E19869-B0BF-760A-E449-2E22E66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2090" y="2603461"/>
            <a:ext cx="158072" cy="5649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55C8F095-9970-0014-E622-0AA6153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1744" y="2711897"/>
            <a:ext cx="688256" cy="198172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0" y="1546860"/>
            <a:ext cx="6096249" cy="15661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72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0791" y="3120527"/>
            <a:ext cx="4595828" cy="20285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797039" y="6356350"/>
            <a:ext cx="180108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obj" preserve="1">
  <p:cSld name="Conclusion 2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reeform: Shape 10">
            <a:extLst xmlns:a="http://schemas.openxmlformats.org/drawingml/2006/main"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13534">
            <a:off x="9000950" y="5728012"/>
            <a:ext cx="2396342" cy="1094132"/>
          </a:xfrm>
          <a:custGeom xmlns:a="http://schemas.openxmlformats.org/drawingml/2006/main"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8" name="Oval 28">
            <a:extLst xmlns:a="http://schemas.openxmlformats.org/drawingml/2006/main"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56458">
            <a:off x="10043602" y="4079772"/>
            <a:ext cx="1794766" cy="1833826"/>
          </a:xfrm>
          <a:custGeom xmlns:a="http://schemas.openxmlformats.org/drawingml/2006/main"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8BA5EC45-A55E-61AB-5219-715500F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9988" y="4946063"/>
            <a:ext cx="158072" cy="5649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B0E19869-B0BF-760A-E449-2E22E66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37143" y="4942265"/>
            <a:ext cx="158072" cy="56499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55C8F095-9970-0014-E622-0AA6153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06797" y="5050701"/>
            <a:ext cx="688256" cy="198172"/>
          </a:xfrm>
          <a:custGeom xmlns:a="http://schemas.openxmlformats.org/drawingml/2006/main"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2C343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790" y="1535974"/>
            <a:ext cx="6096249" cy="144659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720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0791" y="2993457"/>
            <a:ext cx="8894912" cy="21556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987577" y="6356350"/>
            <a:ext cx="180108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">
  <p:cSld name="Cap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2DC227-D3A2-4C03-ABDE-A2FF9E33B5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2960" y="2331720"/>
            <a:ext cx="10698480" cy="2011680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4EEA382-62DF-4F69-B94A-CC68C3DE1D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59536" y="4663440"/>
            <a:ext cx="10058400" cy="128016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AB796F-DBF6-4CEB-8C23-051BF2B7B3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B60C6E-16BE-4A5E-8937-FFD224E531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0718AB-D7F1-441E-93FB-3D471B465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>
  <p:cSld name="Conteu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271D1D-E2DE-48D0-A3FD-F60070F3D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1325880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</a:pPr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3CF281B-3529-4BD3-AE0A-BB546961BD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3670E99-EBC1-4134-886C-FB6784AB0E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B31256F-0007-468B-A992-C9401B4053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  <p:sp>
        <p:nvSpPr>
          <p:cNvPr id="7" name="TextBox 4">
            <a:extLst xmlns:a="http://schemas.openxmlformats.org/drawingml/2006/main">
              <a:ext uri="{FF2B5EF4-FFF2-40B4-BE49-F238E27FC236}">
                <a16:creationId xmlns:a16="http://schemas.microsoft.com/office/drawing/2014/main" id="{0FE0C9C7-8B8E-42F8-A097-06896573F979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74320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SEÇÃO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26844a89d84477" /><Relationship Type="http://schemas.openxmlformats.org/officeDocument/2006/relationships/slideLayout" Target="/ppt/slideLayouts/slideLayout1.xml" Id="Rbaa5187f7f424608" /><Relationship Type="http://schemas.openxmlformats.org/officeDocument/2006/relationships/slideLayout" Target="/ppt/slideLayouts/slideLayout2.xml" Id="R9e6b7507c6834709" /><Relationship Type="http://schemas.openxmlformats.org/officeDocument/2006/relationships/slideLayout" Target="/ppt/slideLayouts/slideLayout3.xml" Id="R6330f8e5fd9d4a80" /><Relationship Type="http://schemas.openxmlformats.org/officeDocument/2006/relationships/slideLayout" Target="/ppt/slideLayouts/slideLayout4.xml" Id="R121f2ad2f7eb48d8" /><Relationship Type="http://schemas.openxmlformats.org/officeDocument/2006/relationships/slideLayout" Target="/ppt/slideLayouts/slideLayout5.xml" Id="R2d6fe64260db44d2" /><Relationship Type="http://schemas.openxmlformats.org/officeDocument/2006/relationships/slideLayout" Target="/ppt/slideLayouts/slideLayout6.xml" Id="R544f903d40e742e1" /><Relationship Type="http://schemas.openxmlformats.org/officeDocument/2006/relationships/slideLayout" Target="/ppt/slideLayouts/slideLayout7.xml" Id="R4527996fd254477d" /><Relationship Type="http://schemas.openxmlformats.org/officeDocument/2006/relationships/slideLayout" Target="/ppt/slideLayouts/slideLayout8.xml" Id="R93d88bfd3f984bfe" /><Relationship Type="http://schemas.openxmlformats.org/officeDocument/2006/relationships/slideLayout" Target="/ppt/slideLayouts/slideLayout9.xml" Id="Rab7fdfa9b1ec4f7e" /><Relationship Type="http://schemas.openxmlformats.org/officeDocument/2006/relationships/slideLayout" Target="/ppt/slideLayouts/slideLayout10.xml" Id="R922d54ef724b4177" /><Relationship Type="http://schemas.openxmlformats.org/officeDocument/2006/relationships/slideLayout" Target="/ppt/slideLayouts/slideLayout11.xml" Id="R688aecc2c6574bbc" /><Relationship Type="http://schemas.openxmlformats.org/officeDocument/2006/relationships/slideLayout" Target="/ppt/slideLayouts/slideLayout12.xml" Id="R6a2d5b97d97141ba" /><Relationship Type="http://schemas.openxmlformats.org/officeDocument/2006/relationships/slideLayout" Target="/ppt/slideLayouts/slideLayout13.xml" Id="R66f9868070ee4fa0" /><Relationship Type="http://schemas.openxmlformats.org/officeDocument/2006/relationships/slideLayout" Target="/ppt/slideLayouts/slideLayout14.xml" Id="R842ee0e464ae46aa" /><Relationship Type="http://schemas.openxmlformats.org/officeDocument/2006/relationships/slideLayout" Target="/ppt/slideLayouts/slideLayout15.xml" Id="R33d041e2bbe0465a" /><Relationship Type="http://schemas.openxmlformats.org/officeDocument/2006/relationships/slideLayout" Target="/ppt/slideLayouts/slideLayout16.xml" Id="R7680e4a49cfa4485" /><Relationship Type="http://schemas.openxmlformats.org/officeDocument/2006/relationships/slideLayout" Target="/ppt/slideLayouts/slideLayout17.xml" Id="R700a3f5e1e73445a" /><Relationship Type="http://schemas.openxmlformats.org/officeDocument/2006/relationships/slideLayout" Target="/ppt/slideLayouts/slideLayout18.xml" Id="R5bd9483e2cf34838" /><Relationship Type="http://schemas.openxmlformats.org/officeDocument/2006/relationships/slideLayout" Target="/ppt/slideLayouts/slideLayout19.xml" Id="R094abff8978e4f90" /><Relationship Type="http://schemas.openxmlformats.org/officeDocument/2006/relationships/slideLayout" Target="/ppt/slideLayouts/slideLayout20.xml" Id="R1dee6943243041a8" /><Relationship Type="http://schemas.openxmlformats.org/officeDocument/2006/relationships/slideLayout" Target="/ppt/slideLayouts/slideLayout21.xml" Id="R44b2298d032c4494" /><Relationship Type="http://schemas.openxmlformats.org/officeDocument/2006/relationships/slideLayout" Target="/ppt/slideLayouts/slideLayout22.xml" Id="R287636c809674c37" /><Relationship Type="http://schemas.openxmlformats.org/officeDocument/2006/relationships/slideLayout" Target="/ppt/slideLayouts/slideLayout23.xml" Id="R45f468e255664d68" /><Relationship Type="http://schemas.openxmlformats.org/officeDocument/2006/relationships/slideLayout" Target="/ppt/slideLayouts/slideLayout24.xml" Id="R7e53e16773ba4106" /><Relationship Type="http://schemas.openxmlformats.org/officeDocument/2006/relationships/slideLayout" Target="/ppt/slideLayouts/slideLayout25.xml" Id="R0ab4de12dbdd4863" /><Relationship Type="http://schemas.openxmlformats.org/officeDocument/2006/relationships/slideLayout" Target="/ppt/slideLayouts/slideLayout26.xml" Id="R572a545cae4449e2" /><Relationship Type="http://schemas.openxmlformats.org/officeDocument/2006/relationships/slideLayout" Target="/ppt/slideLayouts/slideLayout27.xml" Id="R5d5d80c74a014e5f" /><Relationship Type="http://schemas.openxmlformats.org/officeDocument/2006/relationships/slideLayout" Target="/ppt/slideLayouts/slideLayout28.xml" Id="Rb1fd1f27d0744d88" /><Relationship Type="http://schemas.openxmlformats.org/officeDocument/2006/relationships/slideLayout" Target="/ppt/slideLayouts/slideLayout29.xml" Id="R2afb05080a0f48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9660" y="505522"/>
            <a:ext cx="10515600" cy="98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9660" y="1514531"/>
            <a:ext cx="10515600" cy="4597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99660" y="6356350"/>
            <a:ext cx="317268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 cap="all" spc="150" baseline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9266713" y="6356350"/>
            <a:ext cx="206653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 cap="all" spc="150" baseline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9/2/2026</a:t>
            </a:fld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15104" y="6356350"/>
            <a:ext cx="491834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 cap="all" spc="150" baseline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5187f7f424608"/>
    <p:sldLayoutId xmlns:r="http://schemas.openxmlformats.org/officeDocument/2006/relationships" id="2147483650" r:id="R9e6b7507c6834709"/>
    <p:sldLayoutId xmlns:r="http://schemas.openxmlformats.org/officeDocument/2006/relationships" id="2147483651" r:id="R6330f8e5fd9d4a80"/>
    <p:sldLayoutId xmlns:r="http://schemas.openxmlformats.org/officeDocument/2006/relationships" id="2147483652" r:id="R121f2ad2f7eb48d8"/>
    <p:sldLayoutId xmlns:r="http://schemas.openxmlformats.org/officeDocument/2006/relationships" id="2147483653" r:id="R2d6fe64260db44d2"/>
    <p:sldLayoutId xmlns:r="http://schemas.openxmlformats.org/officeDocument/2006/relationships" id="2147483654" r:id="R544f903d40e742e1"/>
    <p:sldLayoutId xmlns:r="http://schemas.openxmlformats.org/officeDocument/2006/relationships" id="2147483655" r:id="R4527996fd254477d"/>
    <p:sldLayoutId xmlns:r="http://schemas.openxmlformats.org/officeDocument/2006/relationships" id="2147483656" r:id="R93d88bfd3f984bfe"/>
    <p:sldLayoutId xmlns:r="http://schemas.openxmlformats.org/officeDocument/2006/relationships" id="2147483657" r:id="Rab7fdfa9b1ec4f7e"/>
    <p:sldLayoutId xmlns:r="http://schemas.openxmlformats.org/officeDocument/2006/relationships" id="2147483658" r:id="R922d54ef724b4177"/>
    <p:sldLayoutId xmlns:r="http://schemas.openxmlformats.org/officeDocument/2006/relationships" id="2147483659" r:id="R688aecc2c6574bbc"/>
    <p:sldLayoutId xmlns:r="http://schemas.openxmlformats.org/officeDocument/2006/relationships" id="2147483660" r:id="R6a2d5b97d97141ba"/>
    <p:sldLayoutId xmlns:r="http://schemas.openxmlformats.org/officeDocument/2006/relationships" id="2147483661" r:id="R66f9868070ee4fa0"/>
    <p:sldLayoutId xmlns:r="http://schemas.openxmlformats.org/officeDocument/2006/relationships" id="2147483662" r:id="R842ee0e464ae46aa"/>
    <p:sldLayoutId xmlns:r="http://schemas.openxmlformats.org/officeDocument/2006/relationships" id="2147483663" r:id="R33d041e2bbe0465a"/>
    <p:sldLayoutId xmlns:r="http://schemas.openxmlformats.org/officeDocument/2006/relationships" id="2147483664" r:id="R7680e4a49cfa4485"/>
    <p:sldLayoutId xmlns:r="http://schemas.openxmlformats.org/officeDocument/2006/relationships" id="2147483665" r:id="R700a3f5e1e73445a"/>
    <p:sldLayoutId xmlns:r="http://schemas.openxmlformats.org/officeDocument/2006/relationships" id="2147483666" r:id="R5bd9483e2cf34838"/>
    <p:sldLayoutId xmlns:r="http://schemas.openxmlformats.org/officeDocument/2006/relationships" id="2147483667" r:id="R094abff8978e4f90"/>
    <p:sldLayoutId xmlns:r="http://schemas.openxmlformats.org/officeDocument/2006/relationships" id="2147483668" r:id="R1dee6943243041a8"/>
    <p:sldLayoutId xmlns:r="http://schemas.openxmlformats.org/officeDocument/2006/relationships" id="2147483669" r:id="R44b2298d032c4494"/>
    <p:sldLayoutId xmlns:r="http://schemas.openxmlformats.org/officeDocument/2006/relationships" id="2147483670" r:id="R287636c809674c37"/>
    <p:sldLayoutId xmlns:r="http://schemas.openxmlformats.org/officeDocument/2006/relationships" id="2147483671" r:id="R45f468e255664d68"/>
    <p:sldLayoutId xmlns:r="http://schemas.openxmlformats.org/officeDocument/2006/relationships" id="2147483672" r:id="R7e53e16773ba4106"/>
    <p:sldLayoutId xmlns:r="http://schemas.openxmlformats.org/officeDocument/2006/relationships" id="2147483673" r:id="R0ab4de12dbdd4863"/>
    <p:sldLayoutId xmlns:r="http://schemas.openxmlformats.org/officeDocument/2006/relationships" id="2147483674" r:id="R572a545cae4449e2"/>
    <p:sldLayoutId xmlns:r="http://schemas.openxmlformats.org/officeDocument/2006/relationships" id="2147483675" r:id="R5d5d80c74a014e5f"/>
    <p:sldLayoutId xmlns:r="http://schemas.openxmlformats.org/officeDocument/2006/relationships" id="2147483676" r:id="Rb1fd1f27d0744d88"/>
    <p:sldLayoutId xmlns:r="http://schemas.openxmlformats.org/officeDocument/2006/relationships" id="2147483677" r:id="R2afb05080a0f4893"/>
  </p:sldLayoutIdLst>
  <p:txStyles>
    <p:titleStyle>
      <a:lvl1pPr xmlns:a="http://schemas.openxmlformats.org/drawingml/2006/main" algn="l" defTabSz="914400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20000"/>
        </a:lnSpc>
        <a:spcBef>
          <a:spcPts val="1000"/>
        </a:spcBef>
        <a:buFont typeface="Arial"/>
        <a:buChar char="•"/>
        <a:defRPr sz="14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624">
          <p15:clr>
            <a:srgbClr xmlns:a="http://schemas.openxmlformats.org/drawingml/2006/main" val="F26B43"/>
          </p15:clr>
        </p15:guide>
        <p15:guide id="3" pos="32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ias de Escola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8069550775d340a8" /><Relationship Type="http://schemas.openxmlformats.org/officeDocument/2006/relationships/notesSlide" Target="/ppt/notesSlides/notesSlide1.xml" Id="R5c92a2b78f34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3fdb6ff3921b4e69" /><Relationship Type="http://schemas.openxmlformats.org/officeDocument/2006/relationships/notesSlide" Target="/ppt/notesSlides/notesSlide2.xml" Id="R892ef92cf38e4a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b62f600f374e461b" /><Relationship Type="http://schemas.openxmlformats.org/officeDocument/2006/relationships/notesSlide" Target="/ppt/notesSlides/notesSlide3.xml" Id="R938019e7dab145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a7a04dc92c6f4ec2" /><Relationship Type="http://schemas.openxmlformats.org/officeDocument/2006/relationships/image" Target="/ppt/media/image.png" Id="R57afa1cf436b4f88" /><Relationship Type="http://schemas.openxmlformats.org/officeDocument/2006/relationships/notesSlide" Target="/ppt/notesSlides/notesSlide4.xml" Id="Rce75d66152cc40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e52f249af8e1454f" /><Relationship Type="http://schemas.openxmlformats.org/officeDocument/2006/relationships/image" Target="/ppt/media/image2.png" Id="Rbd76a78f2cb7427d" /><Relationship Type="http://schemas.openxmlformats.org/officeDocument/2006/relationships/notesSlide" Target="/ppt/notesSlides/notesSlide5.xml" Id="Re351aece6f23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18da169501d74b24" /><Relationship Type="http://schemas.openxmlformats.org/officeDocument/2006/relationships/image" Target="/ppt/media/image3.png" Id="R199fe390c62047c0" /><Relationship Type="http://schemas.openxmlformats.org/officeDocument/2006/relationships/notesSlide" Target="/ppt/notesSlides/notesSlide6.xml" Id="R784083e8d27b41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81f469335ecb43d5" /><Relationship Type="http://schemas.openxmlformats.org/officeDocument/2006/relationships/notesSlide" Target="/ppt/notesSlides/notesSlide7.xml" Id="Rb3754bc6f3ab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ce7e80439f2e4281" /><Relationship Type="http://schemas.openxmlformats.org/officeDocument/2006/relationships/image" Target="/ppt/media/image4.png" Id="R39174fed03594c9b" /><Relationship Type="http://schemas.openxmlformats.org/officeDocument/2006/relationships/image" Target="/ppt/media/image5.png" Id="Rc29bba4c766a4777" /><Relationship Type="http://schemas.openxmlformats.org/officeDocument/2006/relationships/notesSlide" Target="/ppt/notesSlides/notesSlide8.xml" Id="Rcc9d9989d3dd47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b0a2f77a73354e8d" /><Relationship Type="http://schemas.openxmlformats.org/officeDocument/2006/relationships/image" Target="/ppt/media/image6.png" Id="R4ca4afdf3eba4c45" /><Relationship Type="http://schemas.openxmlformats.org/officeDocument/2006/relationships/notesSlide" Target="/ppt/notesSlides/notesSlide9.xml" Id="R52651b3826974b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f808ddff55a14cdd" /><Relationship Type="http://schemas.openxmlformats.org/officeDocument/2006/relationships/image" Target="/ppt/media/image7.png" Id="R81fb0c56682d458d" /><Relationship Type="http://schemas.openxmlformats.org/officeDocument/2006/relationships/notesSlide" Target="/ppt/notesSlides/notesSlide10.xml" Id="R5682e47bdb8e43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b36d3eaada0f4c90" /><Relationship Type="http://schemas.openxmlformats.org/officeDocument/2006/relationships/notesSlide" Target="/ppt/notesSlides/notesSlide11.xml" Id="R0d3ac067edec45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a00d6e6804b844ea" /><Relationship Type="http://schemas.openxmlformats.org/officeDocument/2006/relationships/image" Target="/ppt/media/image8.png" Id="Red2c9d6fa0e64b97" /><Relationship Type="http://schemas.openxmlformats.org/officeDocument/2006/relationships/notesSlide" Target="/ppt/notesSlides/notesSlide12.xml" Id="Rb78cdbb808064f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c1b387f865d546b4" /><Relationship Type="http://schemas.openxmlformats.org/officeDocument/2006/relationships/notesSlide" Target="/ppt/notesSlides/notesSlide13.xml" Id="Rc40c4369771d42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51fe40cbcd4e492d" /><Relationship Type="http://schemas.openxmlformats.org/officeDocument/2006/relationships/notesSlide" Target="/ppt/notesSlides/notesSlide14.xml" Id="R094f11f5579e4b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af77802111b34f52" /><Relationship Type="http://schemas.openxmlformats.org/officeDocument/2006/relationships/notesSlide" Target="/ppt/notesSlides/notesSlide15.xml" Id="R9a2ff97c32c641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1eeedfc0e7c74021" /><Relationship Type="http://schemas.openxmlformats.org/officeDocument/2006/relationships/chart" Target="/ppt/slides/charts/chart1.xml" Id="Rea9e6f48bf884208" /><Relationship Type="http://schemas.openxmlformats.org/officeDocument/2006/relationships/notesSlide" Target="/ppt/notesSlides/notesSlide16.xml" Id="Rdb10f2f9a3594c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88f249952d6147fa" /><Relationship Type="http://schemas.openxmlformats.org/officeDocument/2006/relationships/notesSlide" Target="/ppt/notesSlides/notesSlide17.xml" Id="R656fa5b986014fd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87909C"/>
                </a:solidFill>
              </a:rPr>
              <a:t>Cobertura realizada em 7 ciclos avaliáveis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87909C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quantil empírico</c:v>
          </c:tx>
          <c:spPr>
            <a:solidFill xmlns:a="http://schemas.openxmlformats.org/drawingml/2006/main">
              <a:srgbClr val="B45D22"/>
            </a:solidFill>
          </c:spPr>
          <c:cat>
            <c:strLit>
              <c:ptCount val="3"/>
              <c:pt idx="0">
                <c:v>90%</c:v>
              </c:pt>
              <c:pt idx="1">
                <c:v>95%</c:v>
              </c:pt>
              <c:pt idx="2">
                <c:v>99%</c:v>
              </c:pt>
            </c:strLit>
          </c:cat>
          <c:val>
            <c:numLit>
              <c:formatCode>0%</c:formatCode>
              <c:ptCount val="3"/>
              <c:pt idx="0">
                <c:v>0.821</c:v>
              </c:pt>
              <c:pt idx="1">
                <c:v>0.839</c:v>
              </c:pt>
              <c:pt idx="2">
                <c:v>0.839</c:v>
              </c:pt>
            </c:numLit>
          </c:val>
        </c:ser>
        <c:ser>
          <c:idx val="1"/>
          <c:order val="1"/>
          <c:tx>
            <c:v>aprox. normal</c:v>
          </c:tx>
          <c:spPr>
            <a:solidFill xmlns:a="http://schemas.openxmlformats.org/drawingml/2006/main">
              <a:srgbClr val="C5C6CC"/>
            </a:solidFill>
          </c:spPr>
          <c:cat>
            <c:strLit>
              <c:ptCount val="3"/>
              <c:pt idx="0">
                <c:v>90%</c:v>
              </c:pt>
              <c:pt idx="1">
                <c:v>95%</c:v>
              </c:pt>
              <c:pt idx="2">
                <c:v>99%</c:v>
              </c:pt>
            </c:strLit>
          </c:cat>
          <c:val>
            <c:numLit>
              <c:formatCode>0%</c:formatCode>
              <c:ptCount val="3"/>
              <c:pt idx="0">
                <c:v>0.821</c:v>
              </c:pt>
              <c:pt idx="1">
                <c:v>0.875</c:v>
              </c:pt>
              <c:pt idx="2">
                <c:v>0.946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nível de serviço nominal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7909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3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4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cobertura realizada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328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F232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2471F2-9DAF-4A10-8D74-EE7B88C0C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square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política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reposição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para 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máquinas</a:t>
            </a:r>
            <a:r>
              <a:rPr sz="40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café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406B65-6732-4B09-BE45-18C15DD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1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F1EE46-5671-4642-85BF-5E1C8F8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74283"/>
            <a:ext cx="10515600" cy="286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Dataset 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público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 Coffee Sales · mar/2024 – mar/2025 · 3.636 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transações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 · 8 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produtos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 · 1.316 </a:t>
            </a:r>
            <a:r>
              <a:rPr sz="1200" b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cartões</a:t>
            </a:r>
            <a:endParaRPr sz="1200" b="0">
              <a:solidFill>
                <a:schemeClr val="bg2">
                  <a:lumMod val="25000"/>
                </a:schemeClr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814509-F5B7-4931-ACE0-45A0B45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058400" cy="3511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PREVISÃO DE DEMANDA · POLÍTICA DE REPOSIÇÃO · SEGMENTAÇÃO</a:t>
            </a:r>
          </a:p>
        </p:txBody>
      </p:sp>
    </p:spTree>
    <p:extLst>
      <p:ext uri="{BB962C8B-B14F-4D97-AF65-F5344CB8AC3E}">
        <p14:creationId xmlns:p14="http://schemas.microsoft.com/office/powerpoint/2010/main" val="8213116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42DD57-A802-4337-A273-08A9824F2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6072" y="532269"/>
            <a:ext cx="11247120" cy="526026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reposição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decidida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, com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custo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nos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dois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sentidos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erro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A73EB3-D53C-43FD-AE69-CF9319A98355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1 · CONTEXTUALIZAÇÃO DO PROBLEMA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BF58CF-E0B9-4D0E-9516-E5705229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" y="1664110"/>
            <a:ext cx="11247120" cy="30564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Decisão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quantas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unidades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um dos 8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carregar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máquina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ciclo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reabastecimento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(7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Ruptura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item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indisponível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resulta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venda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perdida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78% da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receita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cartão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clientes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recorrentes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Excesso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estoque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acima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necessidade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imobiliza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capital 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descarta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perecível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Escopo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uma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máquina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neste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estudo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o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desenho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se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estende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uma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frota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4ED492-05C1-4F19-BAAD-94CCE02C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74920"/>
            <a:ext cx="381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52CB6D5-D85D-4642-B06B-92515983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5134611"/>
            <a:ext cx="11100816" cy="9321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Objetivo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Estabelecer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um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serviço-alvo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(95%) e um estoque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segurança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calibrado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pelo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erro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medido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um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processo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reproduzível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9094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CEC741-EC26-492F-B565-E36E42608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417871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Previsão para reposição, com três famílias de modelo avaliadas sob o mesmo protocolo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EE8413-BC53-4E38-9BBC-CB88562F3289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2 · AVALIAÇÃO DE ALTERNATIVAS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0AB781B-43C2-4607-81F2-E6A831D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627"/>
            <a:ext cx="11247120" cy="18651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Recorte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adotado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decisão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operacional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recorrente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com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custo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nos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dois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sentidos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generalização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para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frota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Recortes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descartados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elasticidade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preço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reajustes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confundidos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com o tempo);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recomendação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(cesta de item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único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);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detecção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anomalia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poucos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rótulos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).</a:t>
            </a:r>
          </a:p>
        </p:txBody>
      </p:sp>
      <p:graphicFrame>
        <p:nvGraphicFramePr>
          <p:cNvPr id="12" name="Table 4"/>
          <p:cNvGraphicFramePr/>
          <p:nvPr/>
        </p:nvGraphicFramePr>
        <p:xfrm>
          <a:off xmlns:a="http://schemas.openxmlformats.org/drawingml/2006/main" x="502920" y="3429000"/>
          <a:ext xmlns:a="http://schemas.openxmlformats.org/drawingml/2006/main" cx="11155680" cy="1612773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Família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Limitação neste contexto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Estatística clássica</a:t>
                      </a:r>
                    </a:p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(ARIMA, ETS)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estima tendência e sazonalidade da própria série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pressupõe estrutura; sensível a contagem intermitente e a série curta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Aprendizado de máquina</a:t>
                      </a:r>
                    </a:p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(LightGBM)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usa calendário, histórico e preço como atributos; um modelo para várias séries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extrapolação de tendência limitada; amostra pequena em uma máquina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Baselines</a:t>
                      </a:r>
                    </a:p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(seasonal-naive, Croston, TSB)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regra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fixa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sobre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o histórico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recente</a:t>
                      </a:r>
                      <a:endParaRPr sz="1050" b="0">
                        <a:solidFill>
                          <a:srgbClr val="1F2328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não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incorporam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calendário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nem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preço</a:t>
                      </a:r>
                      <a:endParaRPr sz="1050" b="0">
                        <a:solidFill>
                          <a:srgbClr val="1F2328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B6CA582-0AD3-4EC6-943F-810B6745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23560"/>
            <a:ext cx="381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3D2BCE-8263-4E3A-8558-5261BBD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5809110"/>
            <a:ext cx="11009376" cy="360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As três famílias são avaliadas no mesmo backtest, com a mesma métrica de decisão.</a:t>
            </a:r>
          </a:p>
        </p:txBody>
      </p:sp>
    </p:spTree>
    <p:extLst>
      <p:ext uri="{BB962C8B-B14F-4D97-AF65-F5344CB8AC3E}">
        <p14:creationId xmlns:p14="http://schemas.microsoft.com/office/powerpoint/2010/main" val="14666211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25703F-C928-46E8-9E97-3C9C1B4F4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811161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varia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hora 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mês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concentra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-se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cinco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produtos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tem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mediana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uma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unidade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/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dia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C2113A-C051-493A-AE51-6A7842926E09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3 · DESENVOLVIMENTO · EXPLORAÇÃO DOS DADOS</a:t>
            </a:r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fa1cf436b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1874519"/>
            <a:ext cx="7406640" cy="3871727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E13D56-64AD-470F-8F85-CE624E4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2660"/>
            <a:ext cx="4023360" cy="30430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Hora e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mês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padrão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intradiário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forte (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pico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10–11h) 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sazonalidade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mensal;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da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semana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pouco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relevante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Concentração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5 dos 8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concentram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~82% do volume.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Intermitência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mediana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1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unidade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/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/dia.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Preço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~6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reajustes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sistêmicos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no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ano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confundidos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com o tempo.</a:t>
            </a:r>
          </a:p>
        </p:txBody>
      </p:sp>
    </p:spTree>
    <p:extLst>
      <p:ext uri="{BB962C8B-B14F-4D97-AF65-F5344CB8AC3E}">
        <p14:creationId xmlns:p14="http://schemas.microsoft.com/office/powerpoint/2010/main" val="11282061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D4CE45-B6C6-4FDC-A736-69A56E8D0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830826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Nove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verificações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qualidade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bloqueiam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erro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fatal; 19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variáveis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derivadas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vazamento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temporal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81E4B1-0B60-42EB-AE01-F08280A8E07D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3 · DESENVOLVIMENTO · PREPARAÇÃO E VARIÁVEIS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BD3C6A-02E3-43EC-9067-467AD99E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" y="1508760"/>
            <a:ext cx="4861560" cy="11686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Qualidade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ingestão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para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esquema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canônico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verificações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esquema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nulos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faixa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preço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domínio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pagamento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duplicatas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cobertura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datas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—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falha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fatal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interrompe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execução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graphicFrame>
        <p:nvGraphicFramePr>
          <p:cNvPr id="16" name="Table 4"/>
          <p:cNvGraphicFramePr/>
          <p:nvPr/>
        </p:nvGraphicFramePr>
        <p:xfrm>
          <a:off xmlns:a="http://schemas.openxmlformats.org/drawingml/2006/main" x="502920" y="3313471"/>
          <a:ext xmlns:a="http://schemas.openxmlformats.org/drawingml/2006/main" cx="6597199" cy="1662127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7402"/>
                <a:gridCol w="5189797"/>
              </a:tblGrid>
              <a:tr h="31161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Coluna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Variáveis derivadas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</a:tr>
              <a:tr h="31161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dia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da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semana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mês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semana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do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ano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feriado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tendência</a:t>
                      </a:r>
                      <a:endParaRPr sz="1050" b="0">
                        <a:solidFill>
                          <a:srgbClr val="1F2328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459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coffee_name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produto; defasagens de 7/14/28 dias, médias e desvios móveis, nível adaptativo (EWMA)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161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money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preço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relativo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à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média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móvel</a:t>
                      </a:r>
                      <a:endParaRPr sz="1050" b="0">
                        <a:solidFill>
                          <a:srgbClr val="1F2328"/>
                        </a:solidFill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161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recência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frequência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, valor (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camada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de 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cliente</a:t>
                      </a:r>
                      <a:r>
                        <a:rPr sz="105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6a78f2cb742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7045" y="2892736"/>
            <a:ext cx="4706702" cy="2800633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EEEAD3-E6B4-4A58-AA47-57EB267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23560"/>
            <a:ext cx="381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8CD21-6C34-41A3-B086-36B41136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3" y="5792375"/>
            <a:ext cx="10825021" cy="393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Regra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: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toda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variável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defasada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pelo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menos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horizonte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0" name="TextBox 3">
            <a:extLst xmlns:a="http://schemas.openxmlformats.org/drawingml/2006/main">
              <a:ext uri="{FF2B5EF4-FFF2-40B4-BE49-F238E27FC236}">
                <a16:creationId xmlns:a16="http://schemas.microsoft.com/office/drawing/2014/main" id="{7953B86C-8822-5777-B5FD-231388DD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8760"/>
            <a:ext cx="5815781" cy="732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Painel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1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linha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);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venda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representados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zero.</a:t>
            </a:r>
          </a:p>
        </p:txBody>
      </p:sp>
    </p:spTree>
    <p:extLst>
      <p:ext uri="{BB962C8B-B14F-4D97-AF65-F5344CB8AC3E}">
        <p14:creationId xmlns:p14="http://schemas.microsoft.com/office/powerpoint/2010/main" val="5505544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0A3825-9A98-4229-BE10-706E0C3AE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470293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Validação por origem móvel, com janelas de desenvolvimento e holdout separadas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F5C001-FF04-42C9-8553-12DE8499B076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3 · DESENVOLVIMENTO · PROTOCOLO EXPERIMENTAL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57DE9CB-66E8-49AD-A0B2-BE82B85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484" y="3678722"/>
            <a:ext cx="3351325" cy="2158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Métrica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primária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WAPE no total do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ciclo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(livre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escala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agregável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).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Complementares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viés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cobertura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serviço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custo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operacional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Referência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desempenho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seasonal-naive 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média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móvel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para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intermitente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Croston e TSB.</a:t>
            </a: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fe390c62047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2191" y="2081675"/>
            <a:ext cx="7205570" cy="279918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DC528C-82FA-4541-90B3-70EFD69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85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Referências: Tashman (2000); Hyndman &amp; Athanasopoulos, Forecasting: Principles and Practice; Croston (1972); Teunter, Syntetos &amp; Babai (2011).</a:t>
            </a:r>
          </a:p>
        </p:txBody>
      </p:sp>
      <p:sp>
        <p:nvSpPr>
          <p:cNvPr id="8" name="TextBox 3">
            <a:extLst xmlns:a="http://schemas.openxmlformats.org/drawingml/2006/main">
              <a:ext uri="{FF2B5EF4-FFF2-40B4-BE49-F238E27FC236}">
                <a16:creationId xmlns:a16="http://schemas.microsoft.com/office/drawing/2014/main" id="{A66BACC7-9E86-0C75-0A0F-C1730C4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484" y="1173968"/>
            <a:ext cx="3351325" cy="2307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Origem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móvel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(rolling-origin)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passo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reajustado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com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todo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histórico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disponível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prevê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ciclo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seguinte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teste =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horizonte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(7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Separação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temporal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8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origens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: 6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para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ajuste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seleção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2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finais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reservadas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para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reporte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—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influenciam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escolha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57519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70C0DB-D5AE-4B04-A658-6AD43B188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557801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Três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decisões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projeto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determinaram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resultado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0D6D66-242D-49F6-AF02-A679110DCE76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3 · DESENVOLVIMENTO</a:t>
            </a:r>
          </a:p>
        </p:txBody>
      </p:sp>
      <p:sp>
        <p:nvSpPr>
          <p:cNvPr id="101" name="Etapa 01">
            <a:extLst xmlns:a="http://schemas.openxmlformats.org/drawingml/2006/main">
              <a:ext uri="{FF2B5EF4-FFF2-40B4-BE49-F238E27FC236}">
                <a16:creationId xmlns:a16="http://schemas.microsoft.com/office/drawing/2014/main" id="{B1B97A1E-F5EC-4226-8B6F-2CDC6B7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1629"/>
            <a:ext cx="1690000" cy="11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D7"/>
            </a:solidFill>
          </a:ln>
        </p:spPr>
        <p:txBody>
          <a:bodyPr xmlns:a="http://schemas.openxmlformats.org/drawingml/2006/main" wrap="square" lIns="118872" tIns="91440" rIns="118872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900" b="1" spc="12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01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Problema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quanto repor por ciclo de 7d</a:t>
            </a:r>
          </a:p>
        </p:txBody>
      </p:sp>
      <p:sp>
        <p:nvSpPr>
          <p:cNvPr id="102" name="Seta 01">
            <a:extLst xmlns:a="http://schemas.openxmlformats.org/drawingml/2006/main">
              <a:ext uri="{FF2B5EF4-FFF2-40B4-BE49-F238E27FC236}">
                <a16:creationId xmlns:a16="http://schemas.microsoft.com/office/drawing/2014/main" id="{D29FA79A-0023-4C8B-B969-6E6FA6E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85208" y="2556629"/>
            <a:ext cx="110000" cy="110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3" name="Etapa 02">
            <a:extLst xmlns:a="http://schemas.openxmlformats.org/drawingml/2006/main">
              <a:ext uri="{FF2B5EF4-FFF2-40B4-BE49-F238E27FC236}">
                <a16:creationId xmlns:a16="http://schemas.microsoft.com/office/drawing/2014/main" id="{5360664B-460F-4E72-A22F-32325122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776" y="2051629"/>
            <a:ext cx="1690000" cy="11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D7"/>
            </a:solidFill>
          </a:ln>
        </p:spPr>
        <p:txBody>
          <a:bodyPr xmlns:a="http://schemas.openxmlformats.org/drawingml/2006/main" wrap="square" lIns="118872" tIns="91440" rIns="118872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900" b="1" spc="12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02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Dados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3.636 compras · 9 verificações</a:t>
            </a:r>
          </a:p>
        </p:txBody>
      </p:sp>
      <p:sp>
        <p:nvSpPr>
          <p:cNvPr id="104" name="Seta 02">
            <a:extLst xmlns:a="http://schemas.openxmlformats.org/drawingml/2006/main">
              <a:ext uri="{FF2B5EF4-FFF2-40B4-BE49-F238E27FC236}">
                <a16:creationId xmlns:a16="http://schemas.microsoft.com/office/drawing/2014/main" id="{17503B70-68B2-461B-B63D-194C10CC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78344" y="2556629"/>
            <a:ext cx="110000" cy="110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5" name="Etapa 03">
            <a:extLst xmlns:a="http://schemas.openxmlformats.org/drawingml/2006/main">
              <a:ext uri="{FF2B5EF4-FFF2-40B4-BE49-F238E27FC236}">
                <a16:creationId xmlns:a16="http://schemas.microsoft.com/office/drawing/2014/main" id="{473028DD-C8BD-4A10-BD05-F82FD1FF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912" y="2051629"/>
            <a:ext cx="1690000" cy="11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D7"/>
            </a:solidFill>
          </a:ln>
        </p:spPr>
        <p:txBody>
          <a:bodyPr xmlns:a="http://schemas.openxmlformats.org/drawingml/2006/main" wrap="square" lIns="118872" tIns="91440" rIns="118872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900" b="1" spc="12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03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Exploração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intermitente · ~1 un/dia</a:t>
            </a:r>
          </a:p>
        </p:txBody>
      </p:sp>
      <p:sp>
        <p:nvSpPr>
          <p:cNvPr id="106" name="Seta 03">
            <a:extLst xmlns:a="http://schemas.openxmlformats.org/drawingml/2006/main">
              <a:ext uri="{FF2B5EF4-FFF2-40B4-BE49-F238E27FC236}">
                <a16:creationId xmlns:a16="http://schemas.microsoft.com/office/drawing/2014/main" id="{F35C0712-193D-4590-A5C5-F12A729A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71480" y="2556629"/>
            <a:ext cx="110000" cy="110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7" name="Etapa 04">
            <a:extLst xmlns:a="http://schemas.openxmlformats.org/drawingml/2006/main">
              <a:ext uri="{FF2B5EF4-FFF2-40B4-BE49-F238E27FC236}">
                <a16:creationId xmlns:a16="http://schemas.microsoft.com/office/drawing/2014/main" id="{D015DB9C-D278-4727-98BF-BC2F1930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048" y="2051629"/>
            <a:ext cx="1690000" cy="11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D7"/>
            </a:solidFill>
          </a:ln>
        </p:spPr>
        <p:txBody>
          <a:bodyPr xmlns:a="http://schemas.openxmlformats.org/drawingml/2006/main" wrap="square" lIns="118872" tIns="91440" rIns="118872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900" b="1" spc="12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04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Features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19 variáveis · sem vazamento</a:t>
            </a:r>
          </a:p>
        </p:txBody>
      </p:sp>
      <p:sp>
        <p:nvSpPr>
          <p:cNvPr id="108" name="Seta 04">
            <a:extLst xmlns:a="http://schemas.openxmlformats.org/drawingml/2006/main">
              <a:ext uri="{FF2B5EF4-FFF2-40B4-BE49-F238E27FC236}">
                <a16:creationId xmlns:a16="http://schemas.microsoft.com/office/drawing/2014/main" id="{018E4379-EF20-43AA-AEDA-342FA3A6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64616" y="2556629"/>
            <a:ext cx="110000" cy="110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9" name="Etapa 05">
            <a:extLst xmlns:a="http://schemas.openxmlformats.org/drawingml/2006/main">
              <a:ext uri="{FF2B5EF4-FFF2-40B4-BE49-F238E27FC236}">
                <a16:creationId xmlns:a16="http://schemas.microsoft.com/office/drawing/2014/main" id="{8C4DFD5E-6238-4821-BD60-B90D86B1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184" y="2051629"/>
            <a:ext cx="1690000" cy="11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D7"/>
            </a:solidFill>
          </a:ln>
        </p:spPr>
        <p:txBody>
          <a:bodyPr xmlns:a="http://schemas.openxmlformats.org/drawingml/2006/main" wrap="square" lIns="118872" tIns="91440" rIns="118872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900" b="1" spc="12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05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Modelo &amp; backtest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8 janelas móveis · baselines vs. LightGBM</a:t>
            </a:r>
          </a:p>
        </p:txBody>
      </p:sp>
      <p:sp>
        <p:nvSpPr>
          <p:cNvPr id="110" name="Seta 05">
            <a:extLst xmlns:a="http://schemas.openxmlformats.org/drawingml/2006/main">
              <a:ext uri="{FF2B5EF4-FFF2-40B4-BE49-F238E27FC236}">
                <a16:creationId xmlns:a16="http://schemas.microsoft.com/office/drawing/2014/main" id="{D4E78FF5-ACEC-480F-ABAD-411853F5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57752" y="2556629"/>
            <a:ext cx="110000" cy="110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11" name="Etapa 06">
            <a:extLst xmlns:a="http://schemas.openxmlformats.org/drawingml/2006/main">
              <a:ext uri="{FF2B5EF4-FFF2-40B4-BE49-F238E27FC236}">
                <a16:creationId xmlns:a16="http://schemas.microsoft.com/office/drawing/2014/main" id="{FD42A0AE-5CCB-4FA6-993B-5F0FFFF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320" y="2051629"/>
            <a:ext cx="1690000" cy="11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D7"/>
            </a:solidFill>
          </a:ln>
        </p:spPr>
        <p:txBody>
          <a:bodyPr xmlns:a="http://schemas.openxmlformats.org/drawingml/2006/main" wrap="square" lIns="118872" tIns="91440" rIns="118872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900" b="1" spc="12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06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</a:pPr>
            <a:r>
              <a:rPr sz="1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Reposição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previsão + P95 → nível-alvo</a:t>
            </a:r>
          </a:p>
        </p:txBody>
      </p:sp>
      <p:sp>
        <p:nvSpPr>
          <p:cNvPr id="112" name="Realimentacao">
            <a:extLst xmlns:a="http://schemas.openxmlformats.org/drawingml/2006/main">
              <a:ext uri="{FF2B5EF4-FFF2-40B4-BE49-F238E27FC236}">
                <a16:creationId xmlns:a16="http://schemas.microsoft.com/office/drawing/2014/main" id="{0271661A-16F5-4433-9DA8-DEADD2F1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93640" y="1781629"/>
            <a:ext cx="94656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A85824"/>
            </a:solidFill>
            <a:tailEnd type="triangle" w="med" len="med"/>
          </a:ln>
        </p:spPr>
      </p:sp>
      <p:sp>
        <p:nvSpPr>
          <p:cNvPr id="113" name="Rotulo realimentacao">
            <a:extLst xmlns:a="http://schemas.openxmlformats.org/drawingml/2006/main">
              <a:ext uri="{FF2B5EF4-FFF2-40B4-BE49-F238E27FC236}">
                <a16:creationId xmlns:a16="http://schemas.microsoft.com/office/drawing/2014/main" id="{2ACBCC05-A0B0-4FD5-BFE9-B680AACC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480" y="1411629"/>
            <a:ext cx="5400000" cy="3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Segmentação de clientes · 6% dos cartões → 41% da receita</a:t>
            </a:r>
          </a:p>
        </p:txBody>
      </p:sp>
      <p:sp>
        <p:nvSpPr>
          <p:cNvPr id="114" name="Nota operacao">
            <a:extLst xmlns:a="http://schemas.openxmlformats.org/drawingml/2006/main">
              <a:ext uri="{FF2B5EF4-FFF2-40B4-BE49-F238E27FC236}">
                <a16:creationId xmlns:a16="http://schemas.microsoft.com/office/drawing/2014/main" id="{2356C81D-958B-4AF5-94C6-BB64948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71629"/>
            <a:ext cx="11155680" cy="330000"/>
          </a:xfrm>
          <a:prstGeom xmlns:a="http://schemas.openxmlformats.org/drawingml/2006/main" prst="roundRect">
            <a:avLst>
              <a:gd name="adj" fmla="val 22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3B8"/>
            </a:solidFill>
            <a:prstDash val="dash"/>
          </a:ln>
        </p:spPr>
        <p:txBody>
          <a:bodyPr xmlns:a="http://schemas.openxmlformats.org/drawingml/2006/main" wrap="square" lIns="91440" tIns="0" rIns="9144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Extensão para operação em frota · feature store · retreinamento programado · monitoramento de drift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BB3C89-FC06-4674-9139-1B20235D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3615"/>
            <a:ext cx="11155680" cy="21139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1 ·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Avaliação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no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ciclo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no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dia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com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~1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unidade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/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/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erro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diário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dominado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ruído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a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quantidade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relevante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a soma do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horizonte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2 · Alvo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relativo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a um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adaptativo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estima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÷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recente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(EWMA); a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tendência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permanece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no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componente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adaptativo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fora da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árvore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3 ·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Seleção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critérios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combinados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um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mais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complexo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só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adotado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se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melhora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acurácia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margem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definida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é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estável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entre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piora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viés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99210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52DF0B-CA29-431A-B699-A680855B1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825062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desenvolvimento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LightGBM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supera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o seasonal-naive; no holdout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supera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, com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amostra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pequena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74fed03594c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482" y="1671674"/>
            <a:ext cx="4936154" cy="3200400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bba4c766a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1724" y="1671674"/>
            <a:ext cx="4955991" cy="32004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1E8AD0-1C58-42B3-802B-3608FC7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924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F70EDD-2939-4D52-B1DD-030A1A1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5325386"/>
            <a:ext cx="11100816" cy="1202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Seleção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modelo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Regra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seleção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apenas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desenvolvimento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):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ganho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WAPE &gt; 0,02,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vitória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≥ 50% das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aumento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|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viés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| ≤ 0,25.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 ensemble não atende a dois dos três critérios (ganho 0,0003; |viés| +0,33). Modelo selecionado: seasonal-naive. No holdout, LightGBM 0,168 vs. 0,202 — duas janelas não sustentam promoção.</a:t>
            </a:r>
          </a:p>
        </p:txBody>
      </p:sp>
      <p:sp>
        <p:nvSpPr>
          <p:cNvPr id="10" name="Section label corrected">
            <a:extLst xmlns:a="http://schemas.openxmlformats.org/drawingml/2006/main">
              <a:ext uri="{FF2B5EF4-FFF2-40B4-BE49-F238E27FC236}">
                <a16:creationId xmlns:a16="http://schemas.microsoft.com/office/drawing/2014/main" id="{55D102D3-E9AB-4967-B843-E7F49F6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4318"/>
            <a:ext cx="10058400" cy="33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A85824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4 · RESULTADOS · MÉTRICAS TÉCNICAS</a:t>
            </a:r>
          </a:p>
        </p:txBody>
      </p:sp>
    </p:spTree>
    <p:extLst>
      <p:ext uri="{BB962C8B-B14F-4D97-AF65-F5344CB8AC3E}">
        <p14:creationId xmlns:p14="http://schemas.microsoft.com/office/powerpoint/2010/main" val="21144160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D4E91B-FC2F-4C5A-A9A2-009F1F3E2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8881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define um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reposição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, com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margem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calibrada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pelo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erro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observado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4afdf3eba4c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965960"/>
            <a:ext cx="7132320" cy="3711598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E7211D-4A83-4FA5-8182-214FE55D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9456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21ACAA-88BD-4A43-B1CC-535010EC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59357"/>
            <a:ext cx="3968496" cy="1242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Política de estoque-base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nível-alvo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=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demanda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ciclo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+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reposição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 + P95(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erro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backtest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
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pedido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=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nível-alvo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− estoque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atual</a:t>
            </a:r>
            <a:endParaRPr sz="1400" b="0">
              <a:solidFill>
                <a:srgbClr val="747A84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8061C3-91CA-4A9A-AD10-04BCB637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749039"/>
            <a:ext cx="4206240" cy="3085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1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serviço-alvo</a:t>
            </a:r>
            <a:endParaRPr sz="14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95%,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ajustável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classe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produto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Nível-alvo do próximo ciclo</a:t>
            </a:r>
            <a:endParaRPr sz="14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192 un., assumindo estoque atual zero.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Cobertura walk-forward (7 ciclos)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 95% nominal: 83,9% (emp.) e 87,5% (normal); calibração ainda insuficiente.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Robustez</a:t>
            </a:r>
            <a:endParaRPr sz="14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política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determinística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testada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independente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" name="Section label corrected">
            <a:extLst xmlns:a="http://schemas.openxmlformats.org/drawingml/2006/main">
              <a:ext uri="{FF2B5EF4-FFF2-40B4-BE49-F238E27FC236}">
                <a16:creationId xmlns:a16="http://schemas.microsoft.com/office/drawing/2014/main" id="{BEE753DE-9F23-4D24-87A1-C95674D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4318"/>
            <a:ext cx="10058400" cy="33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A85824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4 · RESULTADOS · MÉTRICA DE NEGÓCIO</a:t>
            </a:r>
          </a:p>
        </p:txBody>
      </p:sp>
    </p:spTree>
    <p:extLst>
      <p:ext uri="{BB962C8B-B14F-4D97-AF65-F5344CB8AC3E}">
        <p14:creationId xmlns:p14="http://schemas.microsoft.com/office/powerpoint/2010/main" val="5047846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439826-C90A-4D93-AAD4-B2F52C488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634201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6% dos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clientes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identificados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concentram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41% da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receita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transacionada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cartão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C07894-EAF5-48B3-AD0F-7BD6754BE17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4 · RESULTADOS · CAMADA COMPLEMENTAR</a:t>
            </a:r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b0c56682d45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11680"/>
            <a:ext cx="7315200" cy="3754919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5FCBEB-531E-4B28-ABDC-DD232848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94560"/>
            <a:ext cx="3931920" cy="3567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Método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RFM com K-means; k=5 por silhueta; rótulos derivados do perfil.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Estabilidade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ARI ≈ 1,00 entre reinicializações.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Uso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retenção nos segmentos de maior valor; conversão no segmento recente de baixa frequência.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Escopo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apenas cartão (~2,5% das vendas em dinheiro não têm identificador).</a:t>
            </a:r>
          </a:p>
        </p:txBody>
      </p:sp>
    </p:spTree>
    <p:extLst>
      <p:ext uri="{BB962C8B-B14F-4D97-AF65-F5344CB8AC3E}">
        <p14:creationId xmlns:p14="http://schemas.microsoft.com/office/powerpoint/2010/main" val="2134932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240B52-3B3D-4118-8EC8-04335A736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825062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decisão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passa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a ser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explícita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auditável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; 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ganho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acurácia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depende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escala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e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covariáveis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74911B-9CA7-4434-AD58-713C3812E254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4 · RESULTADOS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EB15D76-4533-45B4-BE2E-98629FC7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6115"/>
            <a:ext cx="11247120" cy="3367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Ganho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a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reposição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deixa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ser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discricionária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serviço-alvo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explícito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estoque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segurança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calibrado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pelo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erro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medido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e um pipeline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reproduzível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Limitações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uma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máquina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~13 meses (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resultados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direcionais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);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sem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telemetria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estoque, a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cobertura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serviço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simulada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efeito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preço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identificável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Aprendizados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baixo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volume, o seasonal-naive é um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competidor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forte; o valor incremental do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depende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mais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histórico,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covariáveis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pooling entre 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máquinas</a:t>
            </a: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79443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B3E47-1629-473C-8A5C-7B0ECC662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804041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frota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, 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mesmo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pipeline com feature store,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retreino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agendado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monitoramento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desvio</a:t>
            </a:r>
            <a:endParaRPr sz="21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22A268-1454-480C-9076-7774310F8CE1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5 · ARQUITETURA PARA PRODUÇÃO</a:t>
            </a:r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c9d6fa0e64b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367" y="1280160"/>
            <a:ext cx="10745266" cy="266153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33B5F4-F9A3-4A62-9F3F-E4B7A1B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734"/>
            <a:ext cx="11155680" cy="2158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Escalabilidade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global entre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máquinas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com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atributos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local (pooling); scoring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paralelo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retreino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semanal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Observabilidade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WAPE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móvel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vs. baseline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máquina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desvio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distribuição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das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variáveis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indicadores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negócio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ruptura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descarte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giro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Manutenção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promoção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automatizada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pela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regra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seleção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reversão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imediata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CI e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configuração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versionada</a:t>
            </a:r>
            <a:r>
              <a:rPr sz="12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11025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31E2CF-6C22-4B9A-870E-F7E3F803F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27038"/>
            <a:ext cx="11247120" cy="740979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Recomendação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operar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política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com o baseline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modo shadow 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reavaliar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promoção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com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mais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dados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1A6748-3901-4C6E-B22B-9FC375A34A8D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6 · EVOLUÇÕES FUTURAS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8EA075-96DF-43DF-BA0B-D509137B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" y="1706880"/>
            <a:ext cx="11247120" cy="2389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Curto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prazo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implantar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política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com o seasonal-naive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modo shadow,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medindo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ruptura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excesso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reais.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Evolução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do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modelo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variáveis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exógenas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clima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eventos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ocupação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);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probabilística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;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hierárquico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para 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frota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Camada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cliente</a:t>
            </a:r>
            <a:endParaRPr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segmentação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descritiva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para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recompra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próxima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melhor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oferta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8979ED-4BB1-46E1-A91C-B571A498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9B01EF-F87D-448D-B24D-F3575618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4920892"/>
            <a:ext cx="11100816" cy="10395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Riscos e mitigações</a:t>
            </a:r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 não supera o baseline em uma máquina — mitigado por parcimônia e operação em shadow.  Cold start de nova máquina — média da categoria e atributos de local.  Dependência de telemetria — verificações de cobertura e alertas.</a:t>
            </a:r>
          </a:p>
        </p:txBody>
      </p:sp>
    </p:spTree>
    <p:extLst>
      <p:ext uri="{BB962C8B-B14F-4D97-AF65-F5344CB8AC3E}">
        <p14:creationId xmlns:p14="http://schemas.microsoft.com/office/powerpoint/2010/main" val="1278833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3D371C-7BB3-4AC4-A5ED-44A038C545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30352"/>
            <a:ext cx="11247120" cy="74066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Decisão recomendada: operar em shadow com o baseline e medir antes de escalar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0C9013-1C63-42C8-966B-58E2F11486C1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6032"/>
            <a:ext cx="10058400" cy="329184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7 · FECHAMENTO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8D7A732-5E59-482F-BF47-8A3C01B3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554480"/>
            <a:ext cx="1115568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Aprovar o piloto em shadow</a:t>
            </a: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operar a política de estoque-base com seasonal-naive e nível de serviço-alvo de 95%.</a:t>
            </a:r>
          </a:p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Instrumentar a decisão</a:t>
            </a: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medir estoque, ruptura, descarte e giro para validar o impacto operacional real.</a:t>
            </a:r>
          </a:p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Condicionar a promoção do modelo</a:t>
            </a: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reavaliar maior complexidade apenas com mais histórico, covariáveis e ganho consistente sobre o baseline.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A83252-CE2F-4357-B8CE-1E2CB1CF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36576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AAE1AA0-635F-412B-839C-E1D9EDCA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727448"/>
            <a:ext cx="4846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Obrigado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1DE3B1-BF29-46A5-A524-9C84354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504688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https://bravlui.github.io/</a:t>
            </a:r>
          </a:p>
        </p:txBody>
      </p:sp>
    </p:spTree>
    <p:extLst>
      <p:ext uri="{BB962C8B-B14F-4D97-AF65-F5344CB8AC3E}">
        <p14:creationId xmlns:p14="http://schemas.microsoft.com/office/powerpoint/2010/main" val="1365395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2DA45D-B8B0-4D9C-8F5D-A4A3A6699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520262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Regra de seleção de modelo — critérios combinados de acurácia, estabilidade e viés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2FDA1C-3027-4FD6-AC1C-0B4AEA726C22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ANEXO A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18160" y="1674298"/>
          <a:ext xmlns:a="http://schemas.openxmlformats.org/drawingml/2006/main" cx="11155680" cy="182880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52160"/>
                <a:gridCol w="1737360"/>
                <a:gridCol w="1737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Critério (janelas de desenvolvimento)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Candidato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Limite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Atende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Ganho</a:t>
                      </a: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de WAPE de </a:t>
                      </a: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ciclo</a:t>
                      </a: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 vs. seasonal-naive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0,0003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&gt; 0,02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não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Fração de janelas em que supera a referência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50%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≥ 50%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Aumento de |viés| em relação à referência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+0,33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≤ 0,25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não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Regressão no holdout (verificação posterior)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≤ 0,02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n/a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C03D77-3B2F-4EB8-9F20-8026229A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9768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8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98A80B-5114-4516-AB70-A64A43B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4462171"/>
            <a:ext cx="11009376" cy="5854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regra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declarada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em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configuração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antes da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execução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 Um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modelo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complexo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só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promovido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se o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ganho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acurácia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compensa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custo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operação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e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introduz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viés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sistemático</a:t>
            </a:r>
            <a:r>
              <a:rPr sz="14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4181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E5B197-8DC3-40C1-8AE1-B10D3DC3C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57200"/>
            <a:ext cx="11247120" cy="544269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Cobertura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nível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serviço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no 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backtest</a:t>
            </a: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walk-forward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602A20-33C8-499C-876B-3DD13BC2B276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ANEXO 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668696-41DC-432B-B3DC-B19EDAA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386" y="1900271"/>
            <a:ext cx="4382814" cy="3442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Procedimento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o estoque de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segurança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cada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é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calibrado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apenas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com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janelas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anteriores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Leitura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7 ciclos × 8 produtos são avaliáveis; a 95% nominal, a cobertura é 83,9% (emp.) e 87,5% (normal).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Sem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telemetria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 de estoque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é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uma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simulação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diagnóstica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não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um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indicador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realizado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▸  </a:t>
            </a:r>
            <a:r>
              <a:rPr sz="16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Evolução</a:t>
            </a:r>
            <a:endParaRPr sz="1600" b="1">
              <a:solidFill>
                <a:srgbClr val="1F2328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previsão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quantis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alimenta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o estoque de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segurança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diretamente</a:t>
            </a:r>
            <a:r>
              <a:rPr sz="1100" b="0">
                <a:solidFill>
                  <a:srgbClr val="747A84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66928" y="1807274"/>
          <a:ext xmlns:a="http://schemas.openxmlformats.org/drawingml/2006/main" cx="6725698" cy="387057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9e6f48bf884208"/>
          </a:graphicData>
        </a:graphic>
      </p:graphicFrame>
    </p:spTree>
    <p:extLst>
      <p:ext uri="{BB962C8B-B14F-4D97-AF65-F5344CB8AC3E}">
        <p14:creationId xmlns:p14="http://schemas.microsoft.com/office/powerpoint/2010/main" val="64318275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8A32EE-EE58-4119-8C42-0BEB8227F1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6627" y="585216"/>
            <a:ext cx="11247120" cy="437339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1F2328"/>
                </a:solidFill>
                <a:latin typeface="Segoe UI"/>
                <a:ea typeface="Segoe UI"/>
                <a:cs typeface="Segoe UI"/>
              </a:rPr>
              <a:t>Correspondência com os critérios de avaliação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83298C-09EE-4B60-BB57-34292470FFC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66928" y="254292"/>
            <a:ext cx="10058400" cy="330924"/>
          </a:xfrm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600" b="1">
                <a:solidFill>
                  <a:srgbClr val="A85824"/>
                </a:solidFill>
                <a:latin typeface="Segoe UI"/>
                <a:ea typeface="Segoe UI"/>
                <a:cs typeface="Segoe UI"/>
              </a:rPr>
              <a:t>ANEXO C</a:t>
            </a:r>
          </a:p>
        </p:txBody>
      </p:sp>
      <p:graphicFrame>
        <p:nvGraphicFramePr>
          <p:cNvPr id="7" name="Table 3"/>
          <p:cNvGraphicFramePr/>
          <p:nvPr/>
        </p:nvGraphicFramePr>
        <p:xfrm>
          <a:off xmlns:a="http://schemas.openxmlformats.org/drawingml/2006/main" x="502920" y="2148840"/>
          <a:ext xmlns:a="http://schemas.openxmlformats.org/drawingml/2006/main" cx="11155679" cy="219456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Critério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Onde é demonstrado</a:t>
                      </a:r>
                    </a:p>
                  </a:txBody>
                  <a:tcPr marL="91440" marR="91440" marT="45720" marB="45720" anchor="ctr">
                    <a:solidFill>
                      <a:srgbClr val="A858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Raciocínio analítico e tomada de decisão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seções 2–4: comparação das três famílias de modelo; regra de seleção; registros de decisão (ADR 0001–0006)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Problema de negócio traduzido em solução de dados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seções 1 e 4: dor quantificada na exploração; nível de reposição com serviço-alvo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Qualidade e organização do código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repositório: pacote instalável, 47 testes, CI (3.11/3.12), ruff/black/mypy, Docker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Comunicação para público não técnico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esta apresentação (títulos-conclusão, um gráfico por decisão) e docs/results.md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00" b="1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Escalabilidade, manutenção e operação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  <a:ea typeface="Segoe UI"/>
                          <a:cs typeface="Segoe UI"/>
                        </a:rPr>
                        <a:t>seção 5 e docs/architecture.md: pooling, feature store, promoção automatizada, observabilidade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656923"/>
      </p:ext>
    </p:extLst>
  </p:cSld>
</p:sld>
</file>

<file path=ppt/theme/theme1.xml><?xml version="1.0" encoding="utf-8"?>
<a:theme xmlns:a="http://schemas.openxmlformats.org/drawingml/2006/main" name="Dias de Escola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2026-09-03T02:02:49.8270000Z</dcterms:created>
  <dcterms:modified xsi:type="dcterms:W3CDTF">2026-09-03T02:02:49.8270000Z</dcterms:modified>
</coreProperties>
</file>